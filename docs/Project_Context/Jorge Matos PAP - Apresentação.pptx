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66" r:id="rId4"/>
    <p:sldMasterId id="2147483667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embeddedFontLst>
    <p:embeddedFont>
      <p:font typeface="Dosis"/>
      <p:regular r:id="rId16"/>
      <p:bold r:id="rId17"/>
    </p:embeddedFont>
    <p:embeddedFont>
      <p:font typeface="Staatliches"/>
      <p:regular r:id="rId18"/>
    </p:embeddedFont>
    <p:embeddedFont>
      <p:font typeface="Proxima Nova"/>
      <p:regular r:id="rId19"/>
      <p:bold r:id="rId20"/>
      <p:italic r:id="rId21"/>
      <p:boldItalic r:id="rId22"/>
    </p:embeddedFont>
    <p:embeddedFont>
      <p:font typeface="Fira Sans Extra Condensed Medium"/>
      <p:regular r:id="rId23"/>
      <p:bold r:id="rId24"/>
      <p:italic r:id="rId25"/>
      <p:boldItalic r:id="rId26"/>
    </p:embeddedFont>
    <p:embeddedFont>
      <p:font typeface="Abel"/>
      <p:regular r:id="rId27"/>
    </p:embeddedFont>
    <p:embeddedFont>
      <p:font typeface="Squada One"/>
      <p:regular r:id="rId28"/>
    </p:embeddedFont>
    <p:embeddedFont>
      <p:font typeface="Josefin Sans"/>
      <p:regular r:id="rId29"/>
      <p:bold r:id="rId30"/>
      <p:italic r:id="rId31"/>
      <p:boldItalic r:id="rId32"/>
    </p:embeddedFont>
    <p:embeddedFont>
      <p:font typeface="Proxima Nova Semibold"/>
      <p:regular r:id="rId33"/>
      <p:bold r:id="rId34"/>
      <p:boldItalic r:id="rId35"/>
    </p:embeddedFont>
    <p:embeddedFont>
      <p:font typeface="Dosis ExtraLight"/>
      <p:regular r:id="rId36"/>
      <p:bold r:id="rId37"/>
    </p:embeddedFont>
    <p:embeddedFont>
      <p:font typeface="Fira Sans Condensed ExtraLight"/>
      <p:regular r:id="rId38"/>
      <p:bold r:id="rId39"/>
      <p:italic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454">
          <p15:clr>
            <a:srgbClr val="9AA0A6"/>
          </p15:clr>
        </p15:guide>
        <p15:guide id="2" orient="horz" pos="336">
          <p15:clr>
            <a:srgbClr val="9AA0A6"/>
          </p15:clr>
        </p15:guide>
        <p15:guide id="3" orient="horz" pos="2904">
          <p15:clr>
            <a:srgbClr val="9AA0A6"/>
          </p15:clr>
        </p15:guide>
        <p15:guide id="4" pos="2880">
          <p15:clr>
            <a:srgbClr val="9AA0A6"/>
          </p15:clr>
        </p15:guide>
        <p15:guide id="5" pos="701">
          <p15:clr>
            <a:srgbClr val="9AA0A6"/>
          </p15:clr>
        </p15:guide>
        <p15:guide id="6" orient="horz" pos="261">
          <p15:clr>
            <a:srgbClr val="9AA0A6"/>
          </p15:clr>
        </p15:guide>
        <p15:guide id="7" pos="885">
          <p15:clr>
            <a:srgbClr val="9AA0A6"/>
          </p15:clr>
        </p15:guide>
        <p15:guide id="8" pos="5328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54"/>
        <p:guide pos="336" orient="horz"/>
        <p:guide pos="2904" orient="horz"/>
        <p:guide pos="2880"/>
        <p:guide pos="701"/>
        <p:guide pos="261" orient="horz"/>
        <p:guide pos="885"/>
        <p:guide pos="532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FiraSansCondensedExtraLight-italic.fntdata"/><Relationship Id="rId20" Type="http://schemas.openxmlformats.org/officeDocument/2006/relationships/font" Target="fonts/ProximaNova-bold.fntdata"/><Relationship Id="rId41" Type="http://schemas.openxmlformats.org/officeDocument/2006/relationships/font" Target="fonts/FiraSansCondensedExtraLight-boldItalic.fntdata"/><Relationship Id="rId22" Type="http://schemas.openxmlformats.org/officeDocument/2006/relationships/font" Target="fonts/ProximaNova-boldItalic.fntdata"/><Relationship Id="rId21" Type="http://schemas.openxmlformats.org/officeDocument/2006/relationships/font" Target="fonts/ProximaNova-italic.fntdata"/><Relationship Id="rId24" Type="http://schemas.openxmlformats.org/officeDocument/2006/relationships/font" Target="fonts/FiraSansExtraCondensedMedium-bold.fntdata"/><Relationship Id="rId23" Type="http://schemas.openxmlformats.org/officeDocument/2006/relationships/font" Target="fonts/FiraSansExtraCondensedMedium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FiraSansExtraCondensedMedium-boldItalic.fntdata"/><Relationship Id="rId25" Type="http://schemas.openxmlformats.org/officeDocument/2006/relationships/font" Target="fonts/FiraSansExtraCondensedMedium-italic.fntdata"/><Relationship Id="rId28" Type="http://schemas.openxmlformats.org/officeDocument/2006/relationships/font" Target="fonts/SquadaOne-regular.fntdata"/><Relationship Id="rId27" Type="http://schemas.openxmlformats.org/officeDocument/2006/relationships/font" Target="fonts/Abel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JosefinSans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JosefinSans-italic.fntdata"/><Relationship Id="rId30" Type="http://schemas.openxmlformats.org/officeDocument/2006/relationships/font" Target="fonts/JosefinSans-bold.fntdata"/><Relationship Id="rId11" Type="http://schemas.openxmlformats.org/officeDocument/2006/relationships/slide" Target="slides/slide5.xml"/><Relationship Id="rId33" Type="http://schemas.openxmlformats.org/officeDocument/2006/relationships/font" Target="fonts/ProximaNovaSemibold-regular.fntdata"/><Relationship Id="rId10" Type="http://schemas.openxmlformats.org/officeDocument/2006/relationships/slide" Target="slides/slide4.xml"/><Relationship Id="rId32" Type="http://schemas.openxmlformats.org/officeDocument/2006/relationships/font" Target="fonts/JosefinSans-boldItalic.fntdata"/><Relationship Id="rId13" Type="http://schemas.openxmlformats.org/officeDocument/2006/relationships/slide" Target="slides/slide7.xml"/><Relationship Id="rId35" Type="http://schemas.openxmlformats.org/officeDocument/2006/relationships/font" Target="fonts/ProximaNovaSemibold-boldItalic.fntdata"/><Relationship Id="rId12" Type="http://schemas.openxmlformats.org/officeDocument/2006/relationships/slide" Target="slides/slide6.xml"/><Relationship Id="rId34" Type="http://schemas.openxmlformats.org/officeDocument/2006/relationships/font" Target="fonts/ProximaNovaSemibold-bold.fntdata"/><Relationship Id="rId15" Type="http://schemas.openxmlformats.org/officeDocument/2006/relationships/slide" Target="slides/slide9.xml"/><Relationship Id="rId37" Type="http://schemas.openxmlformats.org/officeDocument/2006/relationships/font" Target="fonts/DosisExtraLight-bold.fntdata"/><Relationship Id="rId14" Type="http://schemas.openxmlformats.org/officeDocument/2006/relationships/slide" Target="slides/slide8.xml"/><Relationship Id="rId36" Type="http://schemas.openxmlformats.org/officeDocument/2006/relationships/font" Target="fonts/DosisExtraLight-regular.fntdata"/><Relationship Id="rId17" Type="http://schemas.openxmlformats.org/officeDocument/2006/relationships/font" Target="fonts/Dosis-bold.fntdata"/><Relationship Id="rId39" Type="http://schemas.openxmlformats.org/officeDocument/2006/relationships/font" Target="fonts/FiraSansCondensedExtraLight-bold.fntdata"/><Relationship Id="rId16" Type="http://schemas.openxmlformats.org/officeDocument/2006/relationships/font" Target="fonts/Dosis-regular.fntdata"/><Relationship Id="rId38" Type="http://schemas.openxmlformats.org/officeDocument/2006/relationships/font" Target="fonts/FiraSansCondensedExtraLight-regular.fntdata"/><Relationship Id="rId19" Type="http://schemas.openxmlformats.org/officeDocument/2006/relationships/font" Target="fonts/ProximaNova-regular.fntdata"/><Relationship Id="rId18" Type="http://schemas.openxmlformats.org/officeDocument/2006/relationships/font" Target="fonts/Staatliches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4dfce81f19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4dfce81f19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4dfce81f19_0_17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4dfce81f19_0_17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5522eb7919_1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5522eb7919_1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5465e7bc0b_1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5465e7bc0b_1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5465e7bc0b_1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5465e7bc0b_1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571f33f51b_1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571f33f51b_1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4dfce81f19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g4dfce81f19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8b9247cbd6_0_2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8b9247cbd6_0_2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6190eb189f_0_197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6190eb189f_0_197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Relationship Id="rId5" Type="http://schemas.openxmlformats.org/officeDocument/2006/relationships/hyperlink" Target="https://stories.freepik.com/" TargetMode="Externa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pening slide">
  <p:cSld name="CUSTOM_7">
    <p:bg>
      <p:bgPr>
        <a:solidFill>
          <a:srgbClr val="EFEFEF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 flipH="1">
            <a:off x="-7075" y="-137525"/>
            <a:ext cx="9190500" cy="52809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" name="Google Shape;10;p2"/>
          <p:cNvSpPr txBox="1"/>
          <p:nvPr>
            <p:ph type="ctrTitle"/>
          </p:nvPr>
        </p:nvSpPr>
        <p:spPr>
          <a:xfrm>
            <a:off x="4818613" y="1392125"/>
            <a:ext cx="3527100" cy="203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6500">
                <a:solidFill>
                  <a:schemeClr val="accent5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Font typeface="Josefin Sans"/>
              <a:buNone/>
              <a:defRPr b="1" sz="60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Font typeface="Josefin Sans"/>
              <a:buNone/>
              <a:defRPr b="1" sz="60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Font typeface="Josefin Sans"/>
              <a:buNone/>
              <a:defRPr b="1" sz="60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Font typeface="Josefin Sans"/>
              <a:buNone/>
              <a:defRPr b="1" sz="60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Font typeface="Josefin Sans"/>
              <a:buNone/>
              <a:defRPr b="1" sz="60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Font typeface="Josefin Sans"/>
              <a:buNone/>
              <a:defRPr b="1" sz="60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Font typeface="Josefin Sans"/>
              <a:buNone/>
              <a:defRPr b="1" sz="60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Font typeface="Josefin Sans"/>
              <a:buNone/>
              <a:defRPr b="1" sz="60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5013313" y="3277126"/>
            <a:ext cx="3332400" cy="3366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EFEFEF"/>
                </a:solidFill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 ExtraLight"/>
              <a:buNone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 ExtraLight"/>
              <a:buNone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 ExtraLight"/>
              <a:buNone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 ExtraLight"/>
              <a:buNone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 ExtraLight"/>
              <a:buNone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 ExtraLight"/>
              <a:buNone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 ExtraLight"/>
              <a:buNone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 ExtraLight"/>
              <a:buNone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+ text">
  <p:cSld name="CUSTOM_28">
    <p:bg>
      <p:bgPr>
        <a:solidFill>
          <a:schemeClr val="lt1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856200" y="1115677"/>
            <a:ext cx="7670400" cy="34164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0293B"/>
              </a:buClr>
              <a:buSzPts val="1000"/>
              <a:buFont typeface="Abel"/>
              <a:buChar char="●"/>
              <a:defRPr>
                <a:solidFill>
                  <a:srgbClr val="EFEFEF"/>
                </a:solidFill>
                <a:latin typeface="Abel"/>
                <a:ea typeface="Abel"/>
                <a:cs typeface="Abel"/>
                <a:sym typeface="Abel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93B"/>
              </a:buClr>
              <a:buSzPts val="1400"/>
              <a:buFont typeface="Arial"/>
              <a:buChar char="○"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93B"/>
              </a:buClr>
              <a:buSzPts val="1400"/>
              <a:buFont typeface="Arial"/>
              <a:buChar char="■"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93B"/>
              </a:buClr>
              <a:buSzPts val="1400"/>
              <a:buFont typeface="Arial"/>
              <a:buChar char="●"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93B"/>
              </a:buClr>
              <a:buSzPts val="1400"/>
              <a:buFont typeface="Arial"/>
              <a:buChar char="○"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93B"/>
              </a:buClr>
              <a:buSzPts val="1400"/>
              <a:buFont typeface="Arial"/>
              <a:buChar char="■"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93B"/>
              </a:buClr>
              <a:buSzPts val="1400"/>
              <a:buFont typeface="Arial"/>
              <a:buChar char="●"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93B"/>
              </a:buClr>
              <a:buSzPts val="1400"/>
              <a:buFont typeface="Arial"/>
              <a:buChar char="○"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93B"/>
              </a:buClr>
              <a:buSzPts val="1400"/>
              <a:buFont typeface="Arial"/>
              <a:buChar char="■"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9pPr>
          </a:lstStyle>
          <a:p/>
        </p:txBody>
      </p:sp>
      <p:sp>
        <p:nvSpPr>
          <p:cNvPr id="14" name="Google Shape;14;p3"/>
          <p:cNvSpPr/>
          <p:nvPr/>
        </p:nvSpPr>
        <p:spPr>
          <a:xfrm>
            <a:off x="0" y="556000"/>
            <a:ext cx="1388700" cy="237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15" name="Google Shape;15;p3"/>
          <p:cNvSpPr txBox="1"/>
          <p:nvPr>
            <p:ph type="ctrTitle"/>
          </p:nvPr>
        </p:nvSpPr>
        <p:spPr>
          <a:xfrm>
            <a:off x="948600" y="360643"/>
            <a:ext cx="7264500" cy="50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Josefin Sans"/>
              <a:buNone/>
              <a:defRPr b="1" sz="2400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Josefin Sans"/>
              <a:buNone/>
              <a:defRPr b="1" sz="2400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Josefin Sans"/>
              <a:buNone/>
              <a:defRPr b="1" sz="2400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Josefin Sans"/>
              <a:buNone/>
              <a:defRPr b="1" sz="2400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Josefin Sans"/>
              <a:buNone/>
              <a:defRPr b="1" sz="2400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Josefin Sans"/>
              <a:buNone/>
              <a:defRPr b="1" sz="2400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Josefin Sans"/>
              <a:buNone/>
              <a:defRPr b="1" sz="2400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Josefin Sans"/>
              <a:buNone/>
              <a:defRPr b="1" sz="2400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40">
          <p15:clr>
            <a:srgbClr val="FA7B17"/>
          </p15:clr>
        </p15:guide>
        <p15:guide id="2" pos="454">
          <p15:clr>
            <a:srgbClr val="FA7B17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able of contents">
  <p:cSld name="CUSTOM_12">
    <p:bg>
      <p:bgPr>
        <a:solidFill>
          <a:srgbClr val="EFEFEF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 flipH="1" rot="10800000">
            <a:off x="-7075" y="-137525"/>
            <a:ext cx="9190500" cy="52809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4"/>
          <p:cNvSpPr txBox="1"/>
          <p:nvPr>
            <p:ph idx="1" type="subTitle"/>
          </p:nvPr>
        </p:nvSpPr>
        <p:spPr>
          <a:xfrm>
            <a:off x="6825175" y="3742225"/>
            <a:ext cx="804300" cy="57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19" name="Google Shape;19;p4"/>
          <p:cNvSpPr txBox="1"/>
          <p:nvPr>
            <p:ph idx="2" type="subTitle"/>
          </p:nvPr>
        </p:nvSpPr>
        <p:spPr>
          <a:xfrm>
            <a:off x="6825175" y="2380050"/>
            <a:ext cx="1108500" cy="57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20" name="Google Shape;20;p4"/>
          <p:cNvSpPr txBox="1"/>
          <p:nvPr>
            <p:ph idx="3" type="subTitle"/>
          </p:nvPr>
        </p:nvSpPr>
        <p:spPr>
          <a:xfrm>
            <a:off x="4189488" y="579250"/>
            <a:ext cx="1394400" cy="57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21" name="Google Shape;21;p4"/>
          <p:cNvSpPr txBox="1"/>
          <p:nvPr>
            <p:ph idx="4" type="subTitle"/>
          </p:nvPr>
        </p:nvSpPr>
        <p:spPr>
          <a:xfrm>
            <a:off x="1392142" y="579250"/>
            <a:ext cx="1146900" cy="57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22" name="Google Shape;22;p4"/>
          <p:cNvSpPr txBox="1"/>
          <p:nvPr>
            <p:ph idx="5" type="subTitle"/>
          </p:nvPr>
        </p:nvSpPr>
        <p:spPr>
          <a:xfrm>
            <a:off x="4181076" y="3742224"/>
            <a:ext cx="1344900" cy="57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6" type="subTitle"/>
          </p:nvPr>
        </p:nvSpPr>
        <p:spPr>
          <a:xfrm>
            <a:off x="1392142" y="1969950"/>
            <a:ext cx="1394400" cy="57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7" type="subTitle"/>
          </p:nvPr>
        </p:nvSpPr>
        <p:spPr>
          <a:xfrm>
            <a:off x="1410724" y="987775"/>
            <a:ext cx="16656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5" name="Google Shape;25;p4"/>
          <p:cNvSpPr txBox="1"/>
          <p:nvPr>
            <p:ph idx="8" type="subTitle"/>
          </p:nvPr>
        </p:nvSpPr>
        <p:spPr>
          <a:xfrm>
            <a:off x="4199651" y="4148741"/>
            <a:ext cx="15735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2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9" type="subTitle"/>
          </p:nvPr>
        </p:nvSpPr>
        <p:spPr>
          <a:xfrm>
            <a:off x="1410724" y="2380873"/>
            <a:ext cx="16656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7" name="Google Shape;27;p4"/>
          <p:cNvSpPr txBox="1"/>
          <p:nvPr>
            <p:ph idx="13" type="subTitle"/>
          </p:nvPr>
        </p:nvSpPr>
        <p:spPr>
          <a:xfrm>
            <a:off x="4208074" y="987775"/>
            <a:ext cx="16656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8" name="Google Shape;28;p4"/>
          <p:cNvSpPr txBox="1"/>
          <p:nvPr>
            <p:ph idx="14" type="subTitle"/>
          </p:nvPr>
        </p:nvSpPr>
        <p:spPr>
          <a:xfrm>
            <a:off x="6843751" y="4148741"/>
            <a:ext cx="16656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2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15" type="subTitle"/>
          </p:nvPr>
        </p:nvSpPr>
        <p:spPr>
          <a:xfrm>
            <a:off x="6843751" y="2790941"/>
            <a:ext cx="16656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2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hasCustomPrompt="1" type="title"/>
          </p:nvPr>
        </p:nvSpPr>
        <p:spPr>
          <a:xfrm>
            <a:off x="607642" y="483494"/>
            <a:ext cx="8043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5000">
                <a:solidFill>
                  <a:schemeClr val="accent5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31" name="Google Shape;31;p4"/>
          <p:cNvSpPr txBox="1"/>
          <p:nvPr>
            <p:ph hasCustomPrompt="1" idx="16" type="title"/>
          </p:nvPr>
        </p:nvSpPr>
        <p:spPr>
          <a:xfrm>
            <a:off x="2988898" y="3646354"/>
            <a:ext cx="12120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5000">
                <a:solidFill>
                  <a:schemeClr val="accent5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32" name="Google Shape;32;p4"/>
          <p:cNvSpPr txBox="1"/>
          <p:nvPr>
            <p:ph hasCustomPrompt="1" idx="17" type="title"/>
          </p:nvPr>
        </p:nvSpPr>
        <p:spPr>
          <a:xfrm>
            <a:off x="607642" y="1886125"/>
            <a:ext cx="8043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5000">
                <a:solidFill>
                  <a:schemeClr val="accent5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33" name="Google Shape;33;p4"/>
          <p:cNvSpPr txBox="1"/>
          <p:nvPr>
            <p:ph hasCustomPrompt="1" idx="18" type="title"/>
          </p:nvPr>
        </p:nvSpPr>
        <p:spPr>
          <a:xfrm>
            <a:off x="3333707" y="483494"/>
            <a:ext cx="8556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5000">
                <a:solidFill>
                  <a:schemeClr val="accent5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34" name="Google Shape;34;p4"/>
          <p:cNvSpPr txBox="1"/>
          <p:nvPr>
            <p:ph hasCustomPrompt="1" idx="19" type="title"/>
          </p:nvPr>
        </p:nvSpPr>
        <p:spPr>
          <a:xfrm>
            <a:off x="5632779" y="3646354"/>
            <a:ext cx="12120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5000">
                <a:solidFill>
                  <a:schemeClr val="accent5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35" name="Google Shape;35;p4"/>
          <p:cNvSpPr txBox="1"/>
          <p:nvPr>
            <p:ph hasCustomPrompt="1" idx="20" type="title"/>
          </p:nvPr>
        </p:nvSpPr>
        <p:spPr>
          <a:xfrm>
            <a:off x="5632779" y="2283003"/>
            <a:ext cx="12120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5000">
                <a:solidFill>
                  <a:schemeClr val="accent5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+ Text 1">
  <p:cSld name="CUSTOM_13">
    <p:bg>
      <p:bgPr>
        <a:solidFill>
          <a:srgbClr val="EFEFEF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"/>
          <p:cNvSpPr/>
          <p:nvPr/>
        </p:nvSpPr>
        <p:spPr>
          <a:xfrm>
            <a:off x="0" y="556000"/>
            <a:ext cx="1388700" cy="1767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38" name="Google Shape;38;p5"/>
          <p:cNvSpPr txBox="1"/>
          <p:nvPr>
            <p:ph type="title"/>
          </p:nvPr>
        </p:nvSpPr>
        <p:spPr>
          <a:xfrm>
            <a:off x="856197" y="1666525"/>
            <a:ext cx="2376300" cy="89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>
                <a:solidFill>
                  <a:srgbClr val="43434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>
                <a:solidFill>
                  <a:srgbClr val="43434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>
                <a:solidFill>
                  <a:srgbClr val="43434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>
                <a:solidFill>
                  <a:srgbClr val="43434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>
                <a:solidFill>
                  <a:srgbClr val="43434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>
                <a:solidFill>
                  <a:srgbClr val="43434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>
                <a:solidFill>
                  <a:srgbClr val="43434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39" name="Google Shape;39;p5"/>
          <p:cNvSpPr txBox="1"/>
          <p:nvPr>
            <p:ph idx="1" type="subTitle"/>
          </p:nvPr>
        </p:nvSpPr>
        <p:spPr>
          <a:xfrm flipH="1">
            <a:off x="856195" y="2760775"/>
            <a:ext cx="3068700" cy="117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2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>
                <a:solidFill>
                  <a:schemeClr val="dk2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>
                <a:solidFill>
                  <a:schemeClr val="dk2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>
                <a:solidFill>
                  <a:schemeClr val="dk2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>
                <a:solidFill>
                  <a:schemeClr val="dk2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>
                <a:solidFill>
                  <a:schemeClr val="dk2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>
                <a:solidFill>
                  <a:schemeClr val="dk2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>
                <a:solidFill>
                  <a:schemeClr val="dk2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0" name="Google Shape;40;p5"/>
          <p:cNvSpPr/>
          <p:nvPr/>
        </p:nvSpPr>
        <p:spPr>
          <a:xfrm flipH="1">
            <a:off x="6648725" y="3686950"/>
            <a:ext cx="2534700" cy="14565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Four columns">
  <p:cSld name="CUSTOM_14_1">
    <p:bg>
      <p:bgPr>
        <a:solidFill>
          <a:srgbClr val="EFEFEF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/>
          <p:nvPr/>
        </p:nvSpPr>
        <p:spPr>
          <a:xfrm>
            <a:off x="0" y="556000"/>
            <a:ext cx="1388700" cy="237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6"/>
          <p:cNvSpPr txBox="1"/>
          <p:nvPr>
            <p:ph idx="1" type="subTitle"/>
          </p:nvPr>
        </p:nvSpPr>
        <p:spPr>
          <a:xfrm>
            <a:off x="5207350" y="3796621"/>
            <a:ext cx="2385000" cy="30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  <p:sp>
        <p:nvSpPr>
          <p:cNvPr id="44" name="Google Shape;44;p6"/>
          <p:cNvSpPr txBox="1"/>
          <p:nvPr>
            <p:ph idx="2" type="subTitle"/>
          </p:nvPr>
        </p:nvSpPr>
        <p:spPr>
          <a:xfrm>
            <a:off x="5207350" y="1957850"/>
            <a:ext cx="2385000" cy="26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  <p:sp>
        <p:nvSpPr>
          <p:cNvPr id="45" name="Google Shape;45;p6"/>
          <p:cNvSpPr txBox="1"/>
          <p:nvPr>
            <p:ph idx="3" type="subTitle"/>
          </p:nvPr>
        </p:nvSpPr>
        <p:spPr>
          <a:xfrm>
            <a:off x="5207350" y="2118475"/>
            <a:ext cx="28875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2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" name="Google Shape;46;p6"/>
          <p:cNvSpPr txBox="1"/>
          <p:nvPr>
            <p:ph idx="4" type="subTitle"/>
          </p:nvPr>
        </p:nvSpPr>
        <p:spPr>
          <a:xfrm>
            <a:off x="5207350" y="3977375"/>
            <a:ext cx="28875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2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6"/>
          <p:cNvSpPr/>
          <p:nvPr/>
        </p:nvSpPr>
        <p:spPr>
          <a:xfrm>
            <a:off x="0" y="3687000"/>
            <a:ext cx="1637400" cy="14565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6"/>
          <p:cNvSpPr txBox="1"/>
          <p:nvPr>
            <p:ph type="ctrTitle"/>
          </p:nvPr>
        </p:nvSpPr>
        <p:spPr>
          <a:xfrm>
            <a:off x="948600" y="360643"/>
            <a:ext cx="7264500" cy="50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49" name="Google Shape;49;p6"/>
          <p:cNvSpPr txBox="1"/>
          <p:nvPr>
            <p:ph idx="5" type="subTitle"/>
          </p:nvPr>
        </p:nvSpPr>
        <p:spPr>
          <a:xfrm>
            <a:off x="1455675" y="3796625"/>
            <a:ext cx="2661600" cy="30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  <p:sp>
        <p:nvSpPr>
          <p:cNvPr id="50" name="Google Shape;50;p6"/>
          <p:cNvSpPr txBox="1"/>
          <p:nvPr>
            <p:ph idx="6" type="subTitle"/>
          </p:nvPr>
        </p:nvSpPr>
        <p:spPr>
          <a:xfrm>
            <a:off x="1455675" y="1957850"/>
            <a:ext cx="2385000" cy="26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  <p:sp>
        <p:nvSpPr>
          <p:cNvPr id="51" name="Google Shape;51;p6"/>
          <p:cNvSpPr txBox="1"/>
          <p:nvPr>
            <p:ph idx="7" type="subTitle"/>
          </p:nvPr>
        </p:nvSpPr>
        <p:spPr>
          <a:xfrm>
            <a:off x="1455675" y="2118475"/>
            <a:ext cx="28875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2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2" name="Google Shape;52;p6"/>
          <p:cNvSpPr txBox="1"/>
          <p:nvPr>
            <p:ph idx="8" type="subTitle"/>
          </p:nvPr>
        </p:nvSpPr>
        <p:spPr>
          <a:xfrm>
            <a:off x="1455675" y="3977375"/>
            <a:ext cx="28875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2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+ Text 2">
  <p:cSld name="CUSTOM_26">
    <p:bg>
      <p:bgPr>
        <a:solidFill>
          <a:srgbClr val="EFEFEF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"/>
          <p:cNvSpPr/>
          <p:nvPr/>
        </p:nvSpPr>
        <p:spPr>
          <a:xfrm>
            <a:off x="7365425" y="556000"/>
            <a:ext cx="1778700" cy="1767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55" name="Google Shape;55;p7"/>
          <p:cNvSpPr txBox="1"/>
          <p:nvPr>
            <p:ph type="title"/>
          </p:nvPr>
        </p:nvSpPr>
        <p:spPr>
          <a:xfrm flipH="1">
            <a:off x="4321203" y="1666525"/>
            <a:ext cx="3966600" cy="89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solidFill>
                  <a:schemeClr val="accent5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>
                <a:solidFill>
                  <a:srgbClr val="434343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>
                <a:solidFill>
                  <a:srgbClr val="434343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>
                <a:solidFill>
                  <a:srgbClr val="434343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>
                <a:solidFill>
                  <a:srgbClr val="434343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>
                <a:solidFill>
                  <a:srgbClr val="434343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>
                <a:solidFill>
                  <a:srgbClr val="434343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>
                <a:solidFill>
                  <a:srgbClr val="434343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5219097" y="2760775"/>
            <a:ext cx="3068700" cy="117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200">
                <a:solidFill>
                  <a:schemeClr val="lt1"/>
                </a:solidFill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Quote ">
  <p:cSld name="CUSTOM_26_2">
    <p:bg>
      <p:bgPr>
        <a:solidFill>
          <a:schemeClr val="lt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8"/>
          <p:cNvSpPr/>
          <p:nvPr/>
        </p:nvSpPr>
        <p:spPr>
          <a:xfrm flipH="1">
            <a:off x="-12" y="2905000"/>
            <a:ext cx="3097800" cy="237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59" name="Google Shape;59;p8"/>
          <p:cNvSpPr txBox="1"/>
          <p:nvPr>
            <p:ph idx="1" type="subTitle"/>
          </p:nvPr>
        </p:nvSpPr>
        <p:spPr>
          <a:xfrm flipH="1">
            <a:off x="1511142" y="2906433"/>
            <a:ext cx="30510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sz="1200">
                <a:solidFill>
                  <a:schemeClr val="accent3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2" type="subTitle"/>
          </p:nvPr>
        </p:nvSpPr>
        <p:spPr>
          <a:xfrm flipH="1">
            <a:off x="1511213" y="2084750"/>
            <a:ext cx="3089400" cy="57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3C43"/>
              </a:buClr>
              <a:buSzPts val="1400"/>
              <a:buNone/>
              <a:defRPr sz="1400">
                <a:solidFill>
                  <a:srgbClr val="5B3C43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3C43"/>
              </a:buClr>
              <a:buSzPts val="1400"/>
              <a:buNone/>
              <a:defRPr sz="1400">
                <a:solidFill>
                  <a:srgbClr val="5B3C43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3C43"/>
              </a:buClr>
              <a:buSzPts val="1400"/>
              <a:buNone/>
              <a:defRPr sz="1400">
                <a:solidFill>
                  <a:srgbClr val="5B3C43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3C43"/>
              </a:buClr>
              <a:buSzPts val="1400"/>
              <a:buNone/>
              <a:defRPr sz="1400">
                <a:solidFill>
                  <a:srgbClr val="5B3C43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3C43"/>
              </a:buClr>
              <a:buSzPts val="1400"/>
              <a:buNone/>
              <a:defRPr sz="1400">
                <a:solidFill>
                  <a:srgbClr val="5B3C43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3C43"/>
              </a:buClr>
              <a:buSzPts val="1400"/>
              <a:buNone/>
              <a:defRPr sz="1400">
                <a:solidFill>
                  <a:srgbClr val="5B3C43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3C43"/>
              </a:buClr>
              <a:buSzPts val="1400"/>
              <a:buNone/>
              <a:defRPr sz="1400">
                <a:solidFill>
                  <a:srgbClr val="5B3C43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3C43"/>
              </a:buClr>
              <a:buSzPts val="1400"/>
              <a:buNone/>
              <a:defRPr sz="1400">
                <a:solidFill>
                  <a:srgbClr val="5B3C4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+ text 3">
  <p:cSld name="CUSTOM_26_1">
    <p:bg>
      <p:bgPr>
        <a:solidFill>
          <a:srgbClr val="EFEFEF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 flipH="1">
            <a:off x="7755299" y="868425"/>
            <a:ext cx="1388700" cy="1767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63" name="Google Shape;63;p9"/>
          <p:cNvSpPr txBox="1"/>
          <p:nvPr>
            <p:ph type="title"/>
          </p:nvPr>
        </p:nvSpPr>
        <p:spPr>
          <a:xfrm>
            <a:off x="5646900" y="1753400"/>
            <a:ext cx="2640900" cy="89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accent5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None/>
              <a:defRPr sz="6000">
                <a:solidFill>
                  <a:srgbClr val="62BCBE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None/>
              <a:defRPr sz="6000">
                <a:solidFill>
                  <a:srgbClr val="62BCBE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None/>
              <a:defRPr sz="6000">
                <a:solidFill>
                  <a:srgbClr val="62BCBE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None/>
              <a:defRPr sz="6000">
                <a:solidFill>
                  <a:srgbClr val="62BCBE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None/>
              <a:defRPr sz="6000">
                <a:solidFill>
                  <a:srgbClr val="62BCBE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None/>
              <a:defRPr sz="6000">
                <a:solidFill>
                  <a:srgbClr val="62BCBE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None/>
              <a:defRPr sz="6000">
                <a:solidFill>
                  <a:srgbClr val="62BCBE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None/>
              <a:defRPr sz="6000">
                <a:solidFill>
                  <a:srgbClr val="62BCBE"/>
                </a:solidFill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subTitle"/>
          </p:nvPr>
        </p:nvSpPr>
        <p:spPr>
          <a:xfrm flipH="1">
            <a:off x="5485100" y="2753100"/>
            <a:ext cx="2802600" cy="155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+ Text 4">
  <p:cSld name="CUSTOM_26_1_1">
    <p:bg>
      <p:bgPr>
        <a:solidFill>
          <a:srgbClr val="EFEFEF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/>
          <p:nvPr/>
        </p:nvSpPr>
        <p:spPr>
          <a:xfrm>
            <a:off x="0" y="868425"/>
            <a:ext cx="1388700" cy="1767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67" name="Google Shape;67;p10"/>
          <p:cNvSpPr txBox="1"/>
          <p:nvPr>
            <p:ph type="title"/>
          </p:nvPr>
        </p:nvSpPr>
        <p:spPr>
          <a:xfrm flipH="1">
            <a:off x="856199" y="1705548"/>
            <a:ext cx="2640900" cy="89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None/>
              <a:defRPr sz="6000">
                <a:solidFill>
                  <a:srgbClr val="62BCBE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None/>
              <a:defRPr sz="6000">
                <a:solidFill>
                  <a:srgbClr val="62BCBE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None/>
              <a:defRPr sz="6000">
                <a:solidFill>
                  <a:srgbClr val="62BCBE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None/>
              <a:defRPr sz="6000">
                <a:solidFill>
                  <a:srgbClr val="62BCBE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None/>
              <a:defRPr sz="6000">
                <a:solidFill>
                  <a:srgbClr val="62BCBE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None/>
              <a:defRPr sz="6000">
                <a:solidFill>
                  <a:srgbClr val="62BCBE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None/>
              <a:defRPr sz="6000">
                <a:solidFill>
                  <a:srgbClr val="62BCBE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None/>
              <a:defRPr sz="6000">
                <a:solidFill>
                  <a:srgbClr val="62BCBE"/>
                </a:solidFill>
              </a:defRPr>
            </a:lvl9pPr>
          </a:lstStyle>
          <a:p/>
        </p:txBody>
      </p:sp>
      <p:sp>
        <p:nvSpPr>
          <p:cNvPr id="68" name="Google Shape;68;p10"/>
          <p:cNvSpPr txBox="1"/>
          <p:nvPr>
            <p:ph idx="1" type="subTitle"/>
          </p:nvPr>
        </p:nvSpPr>
        <p:spPr>
          <a:xfrm>
            <a:off x="856300" y="2747325"/>
            <a:ext cx="2799000" cy="155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ix columns">
  <p:cSld name="CUSTOM_26_1_1_1">
    <p:bg>
      <p:bgPr>
        <a:solidFill>
          <a:srgbClr val="EFEFEF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1"/>
          <p:cNvSpPr txBox="1"/>
          <p:nvPr>
            <p:ph idx="1" type="subTitle"/>
          </p:nvPr>
        </p:nvSpPr>
        <p:spPr>
          <a:xfrm>
            <a:off x="6189713" y="2321100"/>
            <a:ext cx="24258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" name="Google Shape;71;p11"/>
          <p:cNvSpPr txBox="1"/>
          <p:nvPr>
            <p:ph idx="2" type="subTitle"/>
          </p:nvPr>
        </p:nvSpPr>
        <p:spPr>
          <a:xfrm>
            <a:off x="587862" y="2321100"/>
            <a:ext cx="24258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2" name="Google Shape;72;p11"/>
          <p:cNvSpPr txBox="1"/>
          <p:nvPr>
            <p:ph idx="3" type="subTitle"/>
          </p:nvPr>
        </p:nvSpPr>
        <p:spPr>
          <a:xfrm>
            <a:off x="3359112" y="2321100"/>
            <a:ext cx="24258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3" name="Google Shape;73;p11"/>
          <p:cNvSpPr/>
          <p:nvPr/>
        </p:nvSpPr>
        <p:spPr>
          <a:xfrm flipH="1">
            <a:off x="7755300" y="556000"/>
            <a:ext cx="1388700" cy="237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1"/>
          <p:cNvSpPr txBox="1"/>
          <p:nvPr>
            <p:ph type="ctrTitle"/>
          </p:nvPr>
        </p:nvSpPr>
        <p:spPr>
          <a:xfrm flipH="1">
            <a:off x="930900" y="366803"/>
            <a:ext cx="7264500" cy="50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75" name="Google Shape;75;p11"/>
          <p:cNvSpPr txBox="1"/>
          <p:nvPr>
            <p:ph idx="4" type="subTitle"/>
          </p:nvPr>
        </p:nvSpPr>
        <p:spPr>
          <a:xfrm>
            <a:off x="6189718" y="2005346"/>
            <a:ext cx="2425800" cy="37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4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  <p:sp>
        <p:nvSpPr>
          <p:cNvPr id="76" name="Google Shape;76;p11"/>
          <p:cNvSpPr txBox="1"/>
          <p:nvPr>
            <p:ph idx="5" type="subTitle"/>
          </p:nvPr>
        </p:nvSpPr>
        <p:spPr>
          <a:xfrm>
            <a:off x="587850" y="2005346"/>
            <a:ext cx="2425800" cy="37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4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  <p:sp>
        <p:nvSpPr>
          <p:cNvPr id="77" name="Google Shape;77;p11"/>
          <p:cNvSpPr txBox="1"/>
          <p:nvPr>
            <p:ph idx="6" type="subTitle"/>
          </p:nvPr>
        </p:nvSpPr>
        <p:spPr>
          <a:xfrm>
            <a:off x="3359108" y="2005346"/>
            <a:ext cx="2425800" cy="37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4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7" type="subTitle"/>
          </p:nvPr>
        </p:nvSpPr>
        <p:spPr>
          <a:xfrm>
            <a:off x="6189713" y="4056305"/>
            <a:ext cx="24258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8" type="subTitle"/>
          </p:nvPr>
        </p:nvSpPr>
        <p:spPr>
          <a:xfrm>
            <a:off x="587862" y="4056305"/>
            <a:ext cx="24258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0" name="Google Shape;80;p11"/>
          <p:cNvSpPr txBox="1"/>
          <p:nvPr>
            <p:ph idx="9" type="subTitle"/>
          </p:nvPr>
        </p:nvSpPr>
        <p:spPr>
          <a:xfrm>
            <a:off x="3359112" y="4056305"/>
            <a:ext cx="24258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1" name="Google Shape;81;p11"/>
          <p:cNvSpPr txBox="1"/>
          <p:nvPr>
            <p:ph idx="13" type="subTitle"/>
          </p:nvPr>
        </p:nvSpPr>
        <p:spPr>
          <a:xfrm>
            <a:off x="6189718" y="3740552"/>
            <a:ext cx="2425800" cy="37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4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  <p:sp>
        <p:nvSpPr>
          <p:cNvPr id="82" name="Google Shape;82;p11"/>
          <p:cNvSpPr txBox="1"/>
          <p:nvPr>
            <p:ph idx="14" type="subTitle"/>
          </p:nvPr>
        </p:nvSpPr>
        <p:spPr>
          <a:xfrm>
            <a:off x="587850" y="3740552"/>
            <a:ext cx="2425800" cy="37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4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  <p:sp>
        <p:nvSpPr>
          <p:cNvPr id="83" name="Google Shape;83;p11"/>
          <p:cNvSpPr txBox="1"/>
          <p:nvPr>
            <p:ph idx="15" type="subTitle"/>
          </p:nvPr>
        </p:nvSpPr>
        <p:spPr>
          <a:xfrm>
            <a:off x="3359108" y="3740552"/>
            <a:ext cx="2425800" cy="37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4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hree columns ">
  <p:cSld name="CUSTOM_26_1_1_1_2">
    <p:bg>
      <p:bgPr>
        <a:solidFill>
          <a:srgbClr val="EFEFEF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2"/>
          <p:cNvSpPr txBox="1"/>
          <p:nvPr>
            <p:ph idx="1" type="subTitle"/>
          </p:nvPr>
        </p:nvSpPr>
        <p:spPr>
          <a:xfrm>
            <a:off x="4736030" y="1531703"/>
            <a:ext cx="34938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6" name="Google Shape;86;p12"/>
          <p:cNvSpPr txBox="1"/>
          <p:nvPr>
            <p:ph idx="2" type="subTitle"/>
          </p:nvPr>
        </p:nvSpPr>
        <p:spPr>
          <a:xfrm>
            <a:off x="4736037" y="1215950"/>
            <a:ext cx="3493800" cy="37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4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  <p:sp>
        <p:nvSpPr>
          <p:cNvPr id="87" name="Google Shape;87;p12"/>
          <p:cNvSpPr txBox="1"/>
          <p:nvPr>
            <p:ph idx="3" type="subTitle"/>
          </p:nvPr>
        </p:nvSpPr>
        <p:spPr>
          <a:xfrm>
            <a:off x="4736030" y="4056302"/>
            <a:ext cx="34938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8" name="Google Shape;88;p12"/>
          <p:cNvSpPr txBox="1"/>
          <p:nvPr>
            <p:ph idx="4" type="subTitle"/>
          </p:nvPr>
        </p:nvSpPr>
        <p:spPr>
          <a:xfrm>
            <a:off x="4736037" y="3740549"/>
            <a:ext cx="3493800" cy="37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4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  <p:sp>
        <p:nvSpPr>
          <p:cNvPr id="89" name="Google Shape;89;p12"/>
          <p:cNvSpPr txBox="1"/>
          <p:nvPr>
            <p:ph idx="5" type="subTitle"/>
          </p:nvPr>
        </p:nvSpPr>
        <p:spPr>
          <a:xfrm>
            <a:off x="4736030" y="2793999"/>
            <a:ext cx="34938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0" name="Google Shape;90;p12"/>
          <p:cNvSpPr txBox="1"/>
          <p:nvPr>
            <p:ph idx="6" type="subTitle"/>
          </p:nvPr>
        </p:nvSpPr>
        <p:spPr>
          <a:xfrm>
            <a:off x="4736037" y="2478247"/>
            <a:ext cx="3493800" cy="37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4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  <p:sp>
        <p:nvSpPr>
          <p:cNvPr id="91" name="Google Shape;91;p12"/>
          <p:cNvSpPr/>
          <p:nvPr/>
        </p:nvSpPr>
        <p:spPr>
          <a:xfrm>
            <a:off x="0" y="556000"/>
            <a:ext cx="1388700" cy="237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2"/>
          <p:cNvSpPr txBox="1"/>
          <p:nvPr>
            <p:ph type="ctrTitle"/>
          </p:nvPr>
        </p:nvSpPr>
        <p:spPr>
          <a:xfrm>
            <a:off x="948600" y="366800"/>
            <a:ext cx="5564100" cy="50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None/>
              <a:defRPr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+ design">
  <p:cSld name="CUSTOM_26_1_1_1_1">
    <p:bg>
      <p:bgPr>
        <a:solidFill>
          <a:srgbClr val="EFEFEF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3"/>
          <p:cNvSpPr/>
          <p:nvPr/>
        </p:nvSpPr>
        <p:spPr>
          <a:xfrm>
            <a:off x="0" y="556000"/>
            <a:ext cx="1388700" cy="237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3"/>
          <p:cNvSpPr txBox="1"/>
          <p:nvPr>
            <p:ph type="ctrTitle"/>
          </p:nvPr>
        </p:nvSpPr>
        <p:spPr>
          <a:xfrm>
            <a:off x="939750" y="366800"/>
            <a:ext cx="3810000" cy="50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+ design 1">
  <p:cSld name="CUSTOM_26_1_1_1_1_2">
    <p:bg>
      <p:bgPr>
        <a:solidFill>
          <a:srgbClr val="EFEFEF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/>
          <p:nvPr/>
        </p:nvSpPr>
        <p:spPr>
          <a:xfrm flipH="1">
            <a:off x="7755300" y="556000"/>
            <a:ext cx="1388700" cy="237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4"/>
          <p:cNvSpPr txBox="1"/>
          <p:nvPr>
            <p:ph type="ctrTitle"/>
          </p:nvPr>
        </p:nvSpPr>
        <p:spPr>
          <a:xfrm flipH="1">
            <a:off x="5944500" y="366800"/>
            <a:ext cx="2250900" cy="50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hanks">
  <p:cSld name="CUSTOM_27_1">
    <p:bg>
      <p:bgPr>
        <a:solidFill>
          <a:srgbClr val="EFEFEF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/>
          <p:nvPr/>
        </p:nvSpPr>
        <p:spPr>
          <a:xfrm flipH="1">
            <a:off x="-7075" y="-130931"/>
            <a:ext cx="9190500" cy="52809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5"/>
          <p:cNvSpPr txBox="1"/>
          <p:nvPr>
            <p:ph type="ctrTitle"/>
          </p:nvPr>
        </p:nvSpPr>
        <p:spPr>
          <a:xfrm>
            <a:off x="5502775" y="1410925"/>
            <a:ext cx="2597100" cy="118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Font typeface="Josefin Sans"/>
              <a:buNone/>
              <a:defRPr b="1" sz="60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Font typeface="Josefin Sans"/>
              <a:buNone/>
              <a:defRPr b="1" sz="60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Font typeface="Josefin Sans"/>
              <a:buNone/>
              <a:defRPr b="1" sz="60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Font typeface="Josefin Sans"/>
              <a:buNone/>
              <a:defRPr b="1" sz="60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Font typeface="Josefin Sans"/>
              <a:buNone/>
              <a:defRPr b="1" sz="60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Font typeface="Josefin Sans"/>
              <a:buNone/>
              <a:defRPr b="1" sz="60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Font typeface="Josefin Sans"/>
              <a:buNone/>
              <a:defRPr b="1" sz="60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Font typeface="Josefin Sans"/>
              <a:buNone/>
              <a:defRPr b="1" sz="60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102" name="Google Shape;102;p15"/>
          <p:cNvSpPr txBox="1"/>
          <p:nvPr>
            <p:ph idx="1" type="subTitle"/>
          </p:nvPr>
        </p:nvSpPr>
        <p:spPr>
          <a:xfrm>
            <a:off x="5502775" y="2438625"/>
            <a:ext cx="2677800" cy="139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 ExtraLight"/>
              <a:buNone/>
              <a:defRPr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 ExtraLight"/>
              <a:buNone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 ExtraLight"/>
              <a:buNone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 ExtraLight"/>
              <a:buNone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 ExtraLight"/>
              <a:buNone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 ExtraLight"/>
              <a:buNone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 ExtraLight"/>
              <a:buNone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 ExtraLight"/>
              <a:buNone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 ExtraLight"/>
              <a:buNone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9pPr>
          </a:lstStyle>
          <a:p/>
        </p:txBody>
      </p:sp>
      <p:sp>
        <p:nvSpPr>
          <p:cNvPr id="103" name="Google Shape;103;p15"/>
          <p:cNvSpPr txBox="1"/>
          <p:nvPr/>
        </p:nvSpPr>
        <p:spPr>
          <a:xfrm>
            <a:off x="5502775" y="4090950"/>
            <a:ext cx="2946900" cy="8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rPr>
              <a:t>CREDITS: This presentation template was created by </a:t>
            </a:r>
            <a:r>
              <a:rPr b="1" lang="en" sz="900">
                <a:solidFill>
                  <a:srgbClr val="FFFFFF"/>
                </a:solidFill>
                <a:uFill>
                  <a:noFill/>
                </a:uFill>
                <a:latin typeface="Dosis"/>
                <a:ea typeface="Dosis"/>
                <a:cs typeface="Dosis"/>
                <a:sym typeface="Dosis"/>
                <a:hlinkClick r:id="rId2"/>
              </a:rPr>
              <a:t>Slidesgo</a:t>
            </a:r>
            <a:r>
              <a:rPr lang="en" sz="900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rPr>
              <a:t>, including icons by </a:t>
            </a:r>
            <a:r>
              <a:rPr b="1" lang="en" sz="900">
                <a:solidFill>
                  <a:srgbClr val="FFFFFF"/>
                </a:solidFill>
                <a:uFill>
                  <a:noFill/>
                </a:uFill>
                <a:latin typeface="Dosis"/>
                <a:ea typeface="Dosis"/>
                <a:cs typeface="Dosis"/>
                <a:sym typeface="Dosis"/>
                <a:hlinkClick r:id="rId3"/>
              </a:rPr>
              <a:t>Flaticon</a:t>
            </a:r>
            <a:r>
              <a:rPr lang="en" sz="900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rPr>
              <a:t>, and infographics &amp; images by </a:t>
            </a:r>
            <a:r>
              <a:rPr b="1" lang="en" sz="900">
                <a:solidFill>
                  <a:srgbClr val="FFFFFF"/>
                </a:solidFill>
                <a:uFill>
                  <a:noFill/>
                </a:uFill>
                <a:latin typeface="Dosis"/>
                <a:ea typeface="Dosis"/>
                <a:cs typeface="Dosis"/>
                <a:sym typeface="Dosis"/>
                <a:hlinkClick r:id="rId4"/>
              </a:rPr>
              <a:t>Freepik</a:t>
            </a:r>
            <a:r>
              <a:rPr lang="en" sz="900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" sz="900">
                <a:solidFill>
                  <a:schemeClr val="accent3"/>
                </a:solidFill>
                <a:latin typeface="Dosis"/>
                <a:ea typeface="Dosis"/>
                <a:cs typeface="Dosis"/>
                <a:sym typeface="Dosis"/>
              </a:rPr>
              <a:t>and illustrations by</a:t>
            </a:r>
            <a:r>
              <a:rPr b="1" lang="en" sz="900">
                <a:solidFill>
                  <a:schemeClr val="accent3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b="1" lang="en" sz="900">
                <a:solidFill>
                  <a:schemeClr val="accent3"/>
                </a:solidFill>
                <a:uFill>
                  <a:noFill/>
                </a:uFill>
                <a:latin typeface="Dosis"/>
                <a:ea typeface="Dosis"/>
                <a:cs typeface="Dosis"/>
                <a:sym typeface="Dosis"/>
                <a:hlinkClick r:id="rId5"/>
              </a:rPr>
              <a:t>Stories</a:t>
            </a:r>
            <a:endParaRPr sz="900">
              <a:solidFill>
                <a:schemeClr val="accent3"/>
              </a:solidFill>
              <a:latin typeface="Dosis"/>
              <a:ea typeface="Dosis"/>
              <a:cs typeface="Dosis"/>
              <a:sym typeface="Dosis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ackground">
  <p:cSld name="CUSTOM_27_1_1">
    <p:bg>
      <p:bgPr>
        <a:solidFill>
          <a:srgbClr val="EFEFEF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ackground 1">
  <p:cSld name="CUSTOM_27_1_1_1">
    <p:bg>
      <p:bgPr>
        <a:solidFill>
          <a:schemeClr val="lt1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 slide" type="blank">
  <p:cSld name="BLANK">
    <p:bg>
      <p:bgPr>
        <a:noFill/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 slide" type="blank">
  <p:cSld name="BLANK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18" Type="http://schemas.openxmlformats.org/officeDocument/2006/relationships/theme" Target="../theme/theme2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Staatliches"/>
              <a:buNone/>
              <a:defRPr sz="2800">
                <a:solidFill>
                  <a:schemeClr val="accent3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Josefin Sans"/>
              <a:buNone/>
              <a:defRPr b="1" sz="2800">
                <a:solidFill>
                  <a:schemeClr val="accent3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Josefin Sans"/>
              <a:buNone/>
              <a:defRPr b="1" sz="2800">
                <a:solidFill>
                  <a:schemeClr val="accent3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Josefin Sans"/>
              <a:buNone/>
              <a:defRPr b="1" sz="2800">
                <a:solidFill>
                  <a:schemeClr val="accent3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Josefin Sans"/>
              <a:buNone/>
              <a:defRPr b="1" sz="2800">
                <a:solidFill>
                  <a:schemeClr val="accent3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Josefin Sans"/>
              <a:buNone/>
              <a:defRPr b="1" sz="2800">
                <a:solidFill>
                  <a:schemeClr val="accent3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Josefin Sans"/>
              <a:buNone/>
              <a:defRPr b="1" sz="2800">
                <a:solidFill>
                  <a:schemeClr val="accent3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Josefin Sans"/>
              <a:buNone/>
              <a:defRPr b="1" sz="2800">
                <a:solidFill>
                  <a:schemeClr val="accent3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Josefin Sans"/>
              <a:buNone/>
              <a:defRPr b="1" sz="2800">
                <a:solidFill>
                  <a:schemeClr val="accent3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100"/>
              <a:buFont typeface="Dosis ExtraLight"/>
              <a:buChar char="●"/>
              <a:defRPr sz="1100">
                <a:solidFill>
                  <a:srgbClr val="EFEFEF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1pPr>
            <a:lvl2pPr indent="-29845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100"/>
              <a:buFont typeface="Dosis ExtraLight"/>
              <a:buChar char="○"/>
              <a:defRPr sz="1100">
                <a:solidFill>
                  <a:srgbClr val="EFEFEF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2pPr>
            <a:lvl3pPr indent="-29845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100"/>
              <a:buFont typeface="Dosis ExtraLight"/>
              <a:buChar char="■"/>
              <a:defRPr sz="1100">
                <a:solidFill>
                  <a:srgbClr val="EFEFEF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3pPr>
            <a:lvl4pPr indent="-29845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100"/>
              <a:buFont typeface="Dosis ExtraLight"/>
              <a:buChar char="●"/>
              <a:defRPr sz="1100">
                <a:solidFill>
                  <a:srgbClr val="EFEFEF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4pPr>
            <a:lvl5pPr indent="-29845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100"/>
              <a:buFont typeface="Dosis ExtraLight"/>
              <a:buChar char="○"/>
              <a:defRPr sz="1100">
                <a:solidFill>
                  <a:srgbClr val="EFEFEF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5pPr>
            <a:lvl6pPr indent="-29845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100"/>
              <a:buFont typeface="Dosis ExtraLight"/>
              <a:buChar char="■"/>
              <a:defRPr sz="1100">
                <a:solidFill>
                  <a:srgbClr val="EFEFEF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6pPr>
            <a:lvl7pPr indent="-29845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100"/>
              <a:buFont typeface="Dosis ExtraLight"/>
              <a:buChar char="●"/>
              <a:defRPr sz="1100">
                <a:solidFill>
                  <a:srgbClr val="EFEFEF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7pPr>
            <a:lvl8pPr indent="-29845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100"/>
              <a:buFont typeface="Dosis ExtraLight"/>
              <a:buChar char="○"/>
              <a:defRPr sz="1100">
                <a:solidFill>
                  <a:srgbClr val="EFEFEF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8pPr>
            <a:lvl9pPr indent="-29845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EFEFEF"/>
              </a:buClr>
              <a:buSzPts val="1100"/>
              <a:buFont typeface="Dosis ExtraLight"/>
              <a:buChar char="■"/>
              <a:defRPr sz="1100">
                <a:solidFill>
                  <a:srgbClr val="EFEFEF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imple-light-2">
    <p:bg>
      <p:bgPr>
        <a:solidFill>
          <a:srgbClr val="0E2A47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 txBox="1"/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/>
        </p:txBody>
      </p:sp>
      <p:sp>
        <p:nvSpPr>
          <p:cNvPr id="109" name="Google Shape;109;p19"/>
          <p:cNvSpPr txBox="1"/>
          <p:nvPr>
            <p:ph idx="1" type="body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29845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9845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29845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29845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29845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29845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29845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29845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5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bootstrapmade.com/demo/TheEvent/" TargetMode="External"/><Relationship Id="rId4" Type="http://schemas.openxmlformats.org/officeDocument/2006/relationships/hyperlink" Target="https://startbootstrap.com/templates/full-width-pics/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9.xml"/><Relationship Id="rId3" Type="http://schemas.openxmlformats.org/officeDocument/2006/relationships/hyperlink" Target="http://bit.ly/2PfT4lq" TargetMode="Externa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/>
          <p:nvPr>
            <p:ph idx="1" type="subTitle"/>
          </p:nvPr>
        </p:nvSpPr>
        <p:spPr>
          <a:xfrm>
            <a:off x="5013313" y="3277126"/>
            <a:ext cx="3332400" cy="33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Trabalho feito por Jorge Matos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116" name="Google Shape;116;p21"/>
          <p:cNvSpPr txBox="1"/>
          <p:nvPr>
            <p:ph type="ctrTitle"/>
          </p:nvPr>
        </p:nvSpPr>
        <p:spPr>
          <a:xfrm>
            <a:off x="4818613" y="1392125"/>
            <a:ext cx="3527100" cy="203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E06666"/>
                </a:solidFill>
              </a:rPr>
              <a:t>Games</a:t>
            </a:r>
            <a:r>
              <a:rPr lang="en">
                <a:solidFill>
                  <a:srgbClr val="E06666"/>
                </a:solidFill>
              </a:rPr>
              <a:t> Library</a:t>
            </a:r>
            <a:endParaRPr>
              <a:solidFill>
                <a:srgbClr val="E06666"/>
              </a:solidFill>
            </a:endParaRPr>
          </a:p>
        </p:txBody>
      </p:sp>
      <p:pic>
        <p:nvPicPr>
          <p:cNvPr id="117" name="Google Shape;11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8900" y="413725"/>
            <a:ext cx="3009025" cy="3009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EFEFEF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2"/>
          <p:cNvSpPr txBox="1"/>
          <p:nvPr>
            <p:ph idx="7" type="subTitle"/>
          </p:nvPr>
        </p:nvSpPr>
        <p:spPr>
          <a:xfrm>
            <a:off x="1392149" y="892025"/>
            <a:ext cx="16656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Sobre o site e o que se pode fazer nele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123" name="Google Shape;123;p22"/>
          <p:cNvSpPr txBox="1"/>
          <p:nvPr>
            <p:ph idx="8" type="subTitle"/>
          </p:nvPr>
        </p:nvSpPr>
        <p:spPr>
          <a:xfrm>
            <a:off x="4181076" y="4148741"/>
            <a:ext cx="15735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 permissões de cada tipo de utilizador</a:t>
            </a:r>
            <a:endParaRPr/>
          </a:p>
        </p:txBody>
      </p:sp>
      <p:sp>
        <p:nvSpPr>
          <p:cNvPr id="124" name="Google Shape;124;p22"/>
          <p:cNvSpPr txBox="1"/>
          <p:nvPr>
            <p:ph idx="9" type="subTitle"/>
          </p:nvPr>
        </p:nvSpPr>
        <p:spPr>
          <a:xfrm>
            <a:off x="1392149" y="2380873"/>
            <a:ext cx="16656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Razões que levam o utilizador a querer usar o site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125" name="Google Shape;125;p22"/>
          <p:cNvSpPr txBox="1"/>
          <p:nvPr>
            <p:ph idx="13" type="subTitle"/>
          </p:nvPr>
        </p:nvSpPr>
        <p:spPr>
          <a:xfrm>
            <a:off x="4189499" y="987775"/>
            <a:ext cx="16656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Como pensei e trabalhei para chegar até este tema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126" name="Google Shape;126;p22"/>
          <p:cNvSpPr txBox="1"/>
          <p:nvPr>
            <p:ph idx="14" type="subTitle"/>
          </p:nvPr>
        </p:nvSpPr>
        <p:spPr>
          <a:xfrm>
            <a:off x="6825176" y="4148741"/>
            <a:ext cx="16656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Tabelas e campos que usei neste projeto</a:t>
            </a:r>
            <a:endParaRPr/>
          </a:p>
        </p:txBody>
      </p:sp>
      <p:sp>
        <p:nvSpPr>
          <p:cNvPr id="127" name="Google Shape;127;p22"/>
          <p:cNvSpPr txBox="1"/>
          <p:nvPr>
            <p:ph idx="15" type="subTitle"/>
          </p:nvPr>
        </p:nvSpPr>
        <p:spPr>
          <a:xfrm>
            <a:off x="6825175" y="2790950"/>
            <a:ext cx="22059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Programas e templates que foram usados para este projeto</a:t>
            </a:r>
            <a:endParaRPr/>
          </a:p>
        </p:txBody>
      </p:sp>
      <p:sp>
        <p:nvSpPr>
          <p:cNvPr id="128" name="Google Shape;128;p22"/>
          <p:cNvSpPr txBox="1"/>
          <p:nvPr>
            <p:ph type="title"/>
          </p:nvPr>
        </p:nvSpPr>
        <p:spPr>
          <a:xfrm>
            <a:off x="648792" y="483494"/>
            <a:ext cx="8043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E06666"/>
                </a:solidFill>
              </a:rPr>
              <a:t>01</a:t>
            </a:r>
            <a:endParaRPr>
              <a:solidFill>
                <a:srgbClr val="E06666"/>
              </a:solidFill>
            </a:endParaRPr>
          </a:p>
        </p:txBody>
      </p:sp>
      <p:sp>
        <p:nvSpPr>
          <p:cNvPr id="129" name="Google Shape;129;p22"/>
          <p:cNvSpPr txBox="1"/>
          <p:nvPr>
            <p:ph idx="16" type="title"/>
          </p:nvPr>
        </p:nvSpPr>
        <p:spPr>
          <a:xfrm>
            <a:off x="2988898" y="3646354"/>
            <a:ext cx="12120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E06666"/>
                </a:solidFill>
              </a:rPr>
              <a:t>05</a:t>
            </a:r>
            <a:endParaRPr>
              <a:solidFill>
                <a:srgbClr val="E06666"/>
              </a:solidFill>
            </a:endParaRPr>
          </a:p>
        </p:txBody>
      </p:sp>
      <p:sp>
        <p:nvSpPr>
          <p:cNvPr id="130" name="Google Shape;130;p22"/>
          <p:cNvSpPr txBox="1"/>
          <p:nvPr>
            <p:ph idx="17" type="title"/>
          </p:nvPr>
        </p:nvSpPr>
        <p:spPr>
          <a:xfrm>
            <a:off x="607642" y="1886125"/>
            <a:ext cx="8043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E06666"/>
                </a:solidFill>
              </a:rPr>
              <a:t>03</a:t>
            </a:r>
            <a:endParaRPr>
              <a:solidFill>
                <a:srgbClr val="E06666"/>
              </a:solidFill>
            </a:endParaRPr>
          </a:p>
        </p:txBody>
      </p:sp>
      <p:sp>
        <p:nvSpPr>
          <p:cNvPr id="131" name="Google Shape;131;p22"/>
          <p:cNvSpPr txBox="1"/>
          <p:nvPr>
            <p:ph idx="18" type="title"/>
          </p:nvPr>
        </p:nvSpPr>
        <p:spPr>
          <a:xfrm>
            <a:off x="3333707" y="483494"/>
            <a:ext cx="8556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E06666"/>
                </a:solidFill>
              </a:rPr>
              <a:t>02</a:t>
            </a:r>
            <a:endParaRPr>
              <a:solidFill>
                <a:srgbClr val="E06666"/>
              </a:solidFill>
            </a:endParaRPr>
          </a:p>
        </p:txBody>
      </p:sp>
      <p:sp>
        <p:nvSpPr>
          <p:cNvPr id="132" name="Google Shape;132;p22"/>
          <p:cNvSpPr txBox="1"/>
          <p:nvPr>
            <p:ph idx="19" type="title"/>
          </p:nvPr>
        </p:nvSpPr>
        <p:spPr>
          <a:xfrm>
            <a:off x="5632779" y="3646354"/>
            <a:ext cx="12120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E06666"/>
                </a:solidFill>
              </a:rPr>
              <a:t>06</a:t>
            </a:r>
            <a:endParaRPr>
              <a:solidFill>
                <a:srgbClr val="E06666"/>
              </a:solidFill>
            </a:endParaRPr>
          </a:p>
        </p:txBody>
      </p:sp>
      <p:sp>
        <p:nvSpPr>
          <p:cNvPr id="133" name="Google Shape;133;p22"/>
          <p:cNvSpPr txBox="1"/>
          <p:nvPr>
            <p:ph idx="20" type="title"/>
          </p:nvPr>
        </p:nvSpPr>
        <p:spPr>
          <a:xfrm>
            <a:off x="5632779" y="2283003"/>
            <a:ext cx="12120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E06666"/>
                </a:solidFill>
              </a:rPr>
              <a:t>04</a:t>
            </a:r>
            <a:endParaRPr>
              <a:solidFill>
                <a:srgbClr val="E06666"/>
              </a:solidFill>
            </a:endParaRPr>
          </a:p>
        </p:txBody>
      </p:sp>
      <p:sp>
        <p:nvSpPr>
          <p:cNvPr id="134" name="Google Shape;134;p22"/>
          <p:cNvSpPr txBox="1"/>
          <p:nvPr>
            <p:ph idx="4" type="subTitle"/>
          </p:nvPr>
        </p:nvSpPr>
        <p:spPr>
          <a:xfrm>
            <a:off x="1392142" y="483500"/>
            <a:ext cx="1146900" cy="57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E06666"/>
                </a:solidFill>
              </a:rPr>
              <a:t>O que é GL?</a:t>
            </a:r>
            <a:endParaRPr>
              <a:solidFill>
                <a:srgbClr val="E06666"/>
              </a:solidFill>
            </a:endParaRPr>
          </a:p>
        </p:txBody>
      </p:sp>
      <p:sp>
        <p:nvSpPr>
          <p:cNvPr id="135" name="Google Shape;135;p22"/>
          <p:cNvSpPr txBox="1"/>
          <p:nvPr>
            <p:ph idx="5" type="subTitle"/>
          </p:nvPr>
        </p:nvSpPr>
        <p:spPr>
          <a:xfrm>
            <a:off x="4181076" y="3742224"/>
            <a:ext cx="1344900" cy="57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E06666"/>
                </a:solidFill>
              </a:rPr>
              <a:t>Tipos de utilizadores</a:t>
            </a:r>
            <a:endParaRPr>
              <a:solidFill>
                <a:srgbClr val="E06666"/>
              </a:solidFill>
            </a:endParaRPr>
          </a:p>
        </p:txBody>
      </p:sp>
      <p:sp>
        <p:nvSpPr>
          <p:cNvPr id="136" name="Google Shape;136;p22"/>
          <p:cNvSpPr txBox="1"/>
          <p:nvPr>
            <p:ph idx="6" type="subTitle"/>
          </p:nvPr>
        </p:nvSpPr>
        <p:spPr>
          <a:xfrm>
            <a:off x="1392150" y="1969950"/>
            <a:ext cx="1573500" cy="57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E06666"/>
                </a:solidFill>
              </a:rPr>
              <a:t>porquê </a:t>
            </a:r>
            <a:r>
              <a:rPr lang="en">
                <a:solidFill>
                  <a:srgbClr val="E06666"/>
                </a:solidFill>
              </a:rPr>
              <a:t>usar este site?</a:t>
            </a:r>
            <a:endParaRPr>
              <a:solidFill>
                <a:srgbClr val="E06666"/>
              </a:solidFill>
            </a:endParaRPr>
          </a:p>
        </p:txBody>
      </p:sp>
      <p:sp>
        <p:nvSpPr>
          <p:cNvPr id="137" name="Google Shape;137;p22"/>
          <p:cNvSpPr txBox="1"/>
          <p:nvPr>
            <p:ph idx="1" type="subTitle"/>
          </p:nvPr>
        </p:nvSpPr>
        <p:spPr>
          <a:xfrm>
            <a:off x="6825175" y="3742225"/>
            <a:ext cx="1523700" cy="57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E06666"/>
                </a:solidFill>
              </a:rPr>
              <a:t>Base de DADOS</a:t>
            </a:r>
            <a:endParaRPr>
              <a:solidFill>
                <a:srgbClr val="E06666"/>
              </a:solidFill>
            </a:endParaRPr>
          </a:p>
        </p:txBody>
      </p:sp>
      <p:sp>
        <p:nvSpPr>
          <p:cNvPr id="138" name="Google Shape;138;p22"/>
          <p:cNvSpPr txBox="1"/>
          <p:nvPr>
            <p:ph idx="2" type="subTitle"/>
          </p:nvPr>
        </p:nvSpPr>
        <p:spPr>
          <a:xfrm>
            <a:off x="6825175" y="2380050"/>
            <a:ext cx="2205900" cy="57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E06666"/>
                </a:solidFill>
              </a:rPr>
              <a:t>Ferramentas usadas ?</a:t>
            </a:r>
            <a:endParaRPr>
              <a:solidFill>
                <a:srgbClr val="E06666"/>
              </a:solidFill>
            </a:endParaRPr>
          </a:p>
        </p:txBody>
      </p:sp>
      <p:sp>
        <p:nvSpPr>
          <p:cNvPr id="139" name="Google Shape;139;p22"/>
          <p:cNvSpPr txBox="1"/>
          <p:nvPr>
            <p:ph idx="3" type="subTitle"/>
          </p:nvPr>
        </p:nvSpPr>
        <p:spPr>
          <a:xfrm>
            <a:off x="4189500" y="579250"/>
            <a:ext cx="1665600" cy="57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E06666"/>
                </a:solidFill>
              </a:rPr>
              <a:t>porquê este tema?</a:t>
            </a:r>
            <a:endParaRPr>
              <a:solidFill>
                <a:srgbClr val="E06666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EFEFEF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03800" y="413725"/>
            <a:ext cx="4555025" cy="3044999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3"/>
          <p:cNvSpPr txBox="1"/>
          <p:nvPr>
            <p:ph idx="1" type="subTitle"/>
          </p:nvPr>
        </p:nvSpPr>
        <p:spPr>
          <a:xfrm flipH="1">
            <a:off x="856195" y="2760775"/>
            <a:ext cx="3068700" cy="117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Games Library como o nome indica é uma </a:t>
            </a:r>
            <a:r>
              <a:rPr lang="en"/>
              <a:t>biblioteca</a:t>
            </a:r>
            <a:r>
              <a:rPr lang="en"/>
              <a:t> de jogos onde o utilizador possa guardar os seus jogos favoritos ou os jogos que esteja interessado, para isso o utilizador precisa de criar conta e logar se na mesma e com um botão de ‘+’ pode adicionar os jogos à sua lista e ‘-’ pode remover da mesma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3"/>
          <p:cNvSpPr txBox="1"/>
          <p:nvPr>
            <p:ph type="title"/>
          </p:nvPr>
        </p:nvSpPr>
        <p:spPr>
          <a:xfrm>
            <a:off x="856200" y="1666525"/>
            <a:ext cx="3395700" cy="89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E06666"/>
                </a:solidFill>
              </a:rPr>
              <a:t>O que é </a:t>
            </a:r>
            <a:endParaRPr>
              <a:solidFill>
                <a:srgbClr val="E0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E06666"/>
                </a:solidFill>
              </a:rPr>
              <a:t>GAmes Library</a:t>
            </a:r>
            <a:endParaRPr/>
          </a:p>
        </p:txBody>
      </p:sp>
      <p:sp>
        <p:nvSpPr>
          <p:cNvPr id="147" name="Google Shape;147;p23"/>
          <p:cNvSpPr/>
          <p:nvPr/>
        </p:nvSpPr>
        <p:spPr>
          <a:xfrm flipH="1">
            <a:off x="8352957" y="3911725"/>
            <a:ext cx="838921" cy="1048047"/>
          </a:xfrm>
          <a:custGeom>
            <a:rect b="b" l="l" r="r" t="t"/>
            <a:pathLst>
              <a:path extrusionOk="0" h="5327" w="4264">
                <a:moveTo>
                  <a:pt x="3206" y="1"/>
                </a:moveTo>
                <a:cubicBezTo>
                  <a:pt x="2530" y="1"/>
                  <a:pt x="1713" y="517"/>
                  <a:pt x="1157" y="1190"/>
                </a:cubicBezTo>
                <a:cubicBezTo>
                  <a:pt x="490" y="1995"/>
                  <a:pt x="11" y="3291"/>
                  <a:pt x="0" y="3919"/>
                </a:cubicBezTo>
                <a:lnTo>
                  <a:pt x="89" y="5327"/>
                </a:lnTo>
                <a:lnTo>
                  <a:pt x="871" y="4086"/>
                </a:lnTo>
                <a:cubicBezTo>
                  <a:pt x="1251" y="3073"/>
                  <a:pt x="2503" y="2353"/>
                  <a:pt x="3339" y="1777"/>
                </a:cubicBezTo>
                <a:cubicBezTo>
                  <a:pt x="4172" y="1200"/>
                  <a:pt x="4264" y="309"/>
                  <a:pt x="3587" y="64"/>
                </a:cubicBezTo>
                <a:cubicBezTo>
                  <a:pt x="3468" y="21"/>
                  <a:pt x="3340" y="1"/>
                  <a:pt x="3206" y="1"/>
                </a:cubicBezTo>
                <a:close/>
              </a:path>
            </a:pathLst>
          </a:custGeom>
          <a:solidFill>
            <a:srgbClr val="EA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3"/>
          <p:cNvSpPr/>
          <p:nvPr/>
        </p:nvSpPr>
        <p:spPr>
          <a:xfrm flipH="1">
            <a:off x="8544193" y="3996127"/>
            <a:ext cx="670507" cy="856027"/>
          </a:xfrm>
          <a:custGeom>
            <a:rect b="b" l="l" r="r" t="t"/>
            <a:pathLst>
              <a:path extrusionOk="0" h="4351" w="3408">
                <a:moveTo>
                  <a:pt x="3357" y="0"/>
                </a:moveTo>
                <a:cubicBezTo>
                  <a:pt x="3352" y="0"/>
                  <a:pt x="3347" y="1"/>
                  <a:pt x="3343" y="2"/>
                </a:cubicBezTo>
                <a:cubicBezTo>
                  <a:pt x="2275" y="377"/>
                  <a:pt x="474" y="2123"/>
                  <a:pt x="8" y="4296"/>
                </a:cubicBezTo>
                <a:cubicBezTo>
                  <a:pt x="1" y="4320"/>
                  <a:pt x="18" y="4344"/>
                  <a:pt x="41" y="4351"/>
                </a:cubicBezTo>
                <a:lnTo>
                  <a:pt x="55" y="4351"/>
                </a:lnTo>
                <a:cubicBezTo>
                  <a:pt x="76" y="4351"/>
                  <a:pt x="93" y="4337"/>
                  <a:pt x="96" y="4317"/>
                </a:cubicBezTo>
                <a:cubicBezTo>
                  <a:pt x="555" y="2175"/>
                  <a:pt x="2323" y="458"/>
                  <a:pt x="3374" y="91"/>
                </a:cubicBezTo>
                <a:cubicBezTo>
                  <a:pt x="3397" y="80"/>
                  <a:pt x="3407" y="57"/>
                  <a:pt x="3401" y="30"/>
                </a:cubicBezTo>
                <a:cubicBezTo>
                  <a:pt x="3393" y="11"/>
                  <a:pt x="3375" y="0"/>
                  <a:pt x="3357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9" name="Google Shape;149;p23"/>
          <p:cNvGrpSpPr/>
          <p:nvPr/>
        </p:nvGrpSpPr>
        <p:grpSpPr>
          <a:xfrm>
            <a:off x="8492184" y="4443914"/>
            <a:ext cx="731104" cy="680532"/>
            <a:chOff x="8492184" y="4443914"/>
            <a:chExt cx="731104" cy="680532"/>
          </a:xfrm>
        </p:grpSpPr>
        <p:sp>
          <p:nvSpPr>
            <p:cNvPr id="150" name="Google Shape;150;p23"/>
            <p:cNvSpPr/>
            <p:nvPr/>
          </p:nvSpPr>
          <p:spPr>
            <a:xfrm flipH="1">
              <a:off x="8492184" y="4443914"/>
              <a:ext cx="718316" cy="680532"/>
            </a:xfrm>
            <a:custGeom>
              <a:rect b="b" l="l" r="r" t="t"/>
              <a:pathLst>
                <a:path extrusionOk="0" h="3459" w="3651">
                  <a:moveTo>
                    <a:pt x="2642" y="1"/>
                  </a:moveTo>
                  <a:cubicBezTo>
                    <a:pt x="2584" y="1"/>
                    <a:pt x="2524" y="4"/>
                    <a:pt x="2462" y="11"/>
                  </a:cubicBezTo>
                  <a:cubicBezTo>
                    <a:pt x="1666" y="96"/>
                    <a:pt x="251" y="1153"/>
                    <a:pt x="0" y="2782"/>
                  </a:cubicBezTo>
                  <a:lnTo>
                    <a:pt x="136" y="3458"/>
                  </a:lnTo>
                  <a:cubicBezTo>
                    <a:pt x="245" y="3105"/>
                    <a:pt x="687" y="2527"/>
                    <a:pt x="1394" y="2058"/>
                  </a:cubicBezTo>
                  <a:cubicBezTo>
                    <a:pt x="2176" y="1537"/>
                    <a:pt x="3159" y="1310"/>
                    <a:pt x="3393" y="898"/>
                  </a:cubicBezTo>
                  <a:cubicBezTo>
                    <a:pt x="3650" y="444"/>
                    <a:pt x="3321" y="1"/>
                    <a:pt x="2642" y="1"/>
                  </a:cubicBezTo>
                  <a:close/>
                </a:path>
              </a:pathLst>
            </a:custGeom>
            <a:solidFill>
              <a:srgbClr val="EA99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23"/>
            <p:cNvSpPr/>
            <p:nvPr/>
          </p:nvSpPr>
          <p:spPr>
            <a:xfrm flipH="1">
              <a:off x="8653121" y="4529497"/>
              <a:ext cx="570167" cy="521368"/>
            </a:xfrm>
            <a:custGeom>
              <a:rect b="b" l="l" r="r" t="t"/>
              <a:pathLst>
                <a:path extrusionOk="0" h="2650" w="2898">
                  <a:moveTo>
                    <a:pt x="2843" y="1"/>
                  </a:moveTo>
                  <a:cubicBezTo>
                    <a:pt x="2122" y="82"/>
                    <a:pt x="715" y="718"/>
                    <a:pt x="7" y="2585"/>
                  </a:cubicBezTo>
                  <a:cubicBezTo>
                    <a:pt x="1" y="2609"/>
                    <a:pt x="11" y="2635"/>
                    <a:pt x="34" y="2646"/>
                  </a:cubicBezTo>
                  <a:cubicBezTo>
                    <a:pt x="42" y="2646"/>
                    <a:pt x="48" y="2649"/>
                    <a:pt x="55" y="2649"/>
                  </a:cubicBezTo>
                  <a:cubicBezTo>
                    <a:pt x="72" y="2646"/>
                    <a:pt x="89" y="2635"/>
                    <a:pt x="95" y="2619"/>
                  </a:cubicBezTo>
                  <a:cubicBezTo>
                    <a:pt x="786" y="790"/>
                    <a:pt x="2201" y="167"/>
                    <a:pt x="2853" y="93"/>
                  </a:cubicBezTo>
                  <a:cubicBezTo>
                    <a:pt x="2877" y="93"/>
                    <a:pt x="2897" y="69"/>
                    <a:pt x="2894" y="42"/>
                  </a:cubicBezTo>
                  <a:cubicBezTo>
                    <a:pt x="2890" y="18"/>
                    <a:pt x="2870" y="1"/>
                    <a:pt x="284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2" name="Google Shape;152;p23"/>
          <p:cNvGrpSpPr/>
          <p:nvPr/>
        </p:nvGrpSpPr>
        <p:grpSpPr>
          <a:xfrm>
            <a:off x="4303809" y="2428095"/>
            <a:ext cx="889138" cy="1815419"/>
            <a:chOff x="4593707" y="2226241"/>
            <a:chExt cx="711368" cy="1655196"/>
          </a:xfrm>
        </p:grpSpPr>
        <p:sp>
          <p:nvSpPr>
            <p:cNvPr id="153" name="Google Shape;153;p23"/>
            <p:cNvSpPr/>
            <p:nvPr/>
          </p:nvSpPr>
          <p:spPr>
            <a:xfrm>
              <a:off x="4593707" y="3585540"/>
              <a:ext cx="681250" cy="295897"/>
            </a:xfrm>
            <a:custGeom>
              <a:rect b="b" l="l" r="r" t="t"/>
              <a:pathLst>
                <a:path extrusionOk="0" h="6728" w="15490">
                  <a:moveTo>
                    <a:pt x="7746" y="1"/>
                  </a:moveTo>
                  <a:cubicBezTo>
                    <a:pt x="5941" y="1"/>
                    <a:pt x="4134" y="328"/>
                    <a:pt x="2755" y="984"/>
                  </a:cubicBezTo>
                  <a:cubicBezTo>
                    <a:pt x="1" y="2298"/>
                    <a:pt x="1" y="4427"/>
                    <a:pt x="2755" y="5742"/>
                  </a:cubicBezTo>
                  <a:cubicBezTo>
                    <a:pt x="4134" y="6399"/>
                    <a:pt x="5941" y="6727"/>
                    <a:pt x="7746" y="6727"/>
                  </a:cubicBezTo>
                  <a:cubicBezTo>
                    <a:pt x="9552" y="6727"/>
                    <a:pt x="11358" y="6399"/>
                    <a:pt x="12735" y="5742"/>
                  </a:cubicBezTo>
                  <a:cubicBezTo>
                    <a:pt x="15489" y="4427"/>
                    <a:pt x="15489" y="2298"/>
                    <a:pt x="12735" y="984"/>
                  </a:cubicBezTo>
                  <a:cubicBezTo>
                    <a:pt x="11358" y="328"/>
                    <a:pt x="9552" y="1"/>
                    <a:pt x="7746" y="1"/>
                  </a:cubicBezTo>
                  <a:close/>
                </a:path>
              </a:pathLst>
            </a:custGeom>
            <a:solidFill>
              <a:srgbClr val="000000">
                <a:alpha val="3213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23"/>
            <p:cNvSpPr/>
            <p:nvPr/>
          </p:nvSpPr>
          <p:spPr>
            <a:xfrm>
              <a:off x="4723093" y="2551245"/>
              <a:ext cx="42837" cy="166156"/>
            </a:xfrm>
            <a:custGeom>
              <a:rect b="b" l="l" r="r" t="t"/>
              <a:pathLst>
                <a:path extrusionOk="0" h="3778" w="974">
                  <a:moveTo>
                    <a:pt x="974" y="0"/>
                  </a:moveTo>
                  <a:cubicBezTo>
                    <a:pt x="510" y="0"/>
                    <a:pt x="93" y="416"/>
                    <a:pt x="93" y="1618"/>
                  </a:cubicBezTo>
                  <a:cubicBezTo>
                    <a:pt x="93" y="2815"/>
                    <a:pt x="1" y="3778"/>
                    <a:pt x="735" y="3778"/>
                  </a:cubicBezTo>
                  <a:lnTo>
                    <a:pt x="974" y="0"/>
                  </a:lnTo>
                  <a:close/>
                </a:path>
              </a:pathLst>
            </a:custGeom>
            <a:solidFill>
              <a:srgbClr val="27DE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23"/>
            <p:cNvSpPr/>
            <p:nvPr/>
          </p:nvSpPr>
          <p:spPr>
            <a:xfrm>
              <a:off x="4727051" y="2553048"/>
              <a:ext cx="28367" cy="160923"/>
            </a:xfrm>
            <a:custGeom>
              <a:rect b="b" l="l" r="r" t="t"/>
              <a:pathLst>
                <a:path extrusionOk="0" h="3659" w="645">
                  <a:moveTo>
                    <a:pt x="645" y="0"/>
                  </a:moveTo>
                  <a:cubicBezTo>
                    <a:pt x="287" y="130"/>
                    <a:pt x="3" y="587"/>
                    <a:pt x="3" y="1577"/>
                  </a:cubicBezTo>
                  <a:cubicBezTo>
                    <a:pt x="3" y="1819"/>
                    <a:pt x="0" y="2054"/>
                    <a:pt x="0" y="2270"/>
                  </a:cubicBezTo>
                  <a:cubicBezTo>
                    <a:pt x="0" y="2946"/>
                    <a:pt x="37" y="3467"/>
                    <a:pt x="341" y="3658"/>
                  </a:cubicBezTo>
                  <a:cubicBezTo>
                    <a:pt x="440" y="3331"/>
                    <a:pt x="542" y="2993"/>
                    <a:pt x="645" y="2662"/>
                  </a:cubicBezTo>
                  <a:lnTo>
                    <a:pt x="645" y="0"/>
                  </a:lnTo>
                  <a:close/>
                </a:path>
              </a:pathLst>
            </a:custGeom>
            <a:solidFill>
              <a:srgbClr val="EA99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23"/>
            <p:cNvSpPr/>
            <p:nvPr/>
          </p:nvSpPr>
          <p:spPr>
            <a:xfrm>
              <a:off x="4755374" y="2503352"/>
              <a:ext cx="262737" cy="436853"/>
            </a:xfrm>
            <a:custGeom>
              <a:rect b="b" l="l" r="r" t="t"/>
              <a:pathLst>
                <a:path extrusionOk="0" h="9933" w="5974">
                  <a:moveTo>
                    <a:pt x="103" y="1"/>
                  </a:moveTo>
                  <a:cubicBezTo>
                    <a:pt x="48" y="1"/>
                    <a:pt x="1" y="45"/>
                    <a:pt x="1" y="103"/>
                  </a:cubicBezTo>
                  <a:lnTo>
                    <a:pt x="1" y="9830"/>
                  </a:lnTo>
                  <a:cubicBezTo>
                    <a:pt x="1" y="9887"/>
                    <a:pt x="48" y="9932"/>
                    <a:pt x="103" y="9932"/>
                  </a:cubicBezTo>
                  <a:lnTo>
                    <a:pt x="5871" y="9932"/>
                  </a:lnTo>
                  <a:cubicBezTo>
                    <a:pt x="5930" y="9932"/>
                    <a:pt x="5974" y="9887"/>
                    <a:pt x="5974" y="9830"/>
                  </a:cubicBezTo>
                  <a:lnTo>
                    <a:pt x="5974" y="103"/>
                  </a:lnTo>
                  <a:cubicBezTo>
                    <a:pt x="5974" y="45"/>
                    <a:pt x="5930" y="1"/>
                    <a:pt x="5871" y="1"/>
                  </a:cubicBezTo>
                  <a:close/>
                </a:path>
              </a:pathLst>
            </a:custGeom>
            <a:solidFill>
              <a:srgbClr val="E0666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23"/>
            <p:cNvSpPr/>
            <p:nvPr/>
          </p:nvSpPr>
          <p:spPr>
            <a:xfrm>
              <a:off x="5043435" y="2527496"/>
              <a:ext cx="112633" cy="162770"/>
            </a:xfrm>
            <a:custGeom>
              <a:rect b="b" l="l" r="r" t="t"/>
              <a:pathLst>
                <a:path extrusionOk="0" h="3701" w="2561">
                  <a:moveTo>
                    <a:pt x="0" y="0"/>
                  </a:moveTo>
                  <a:lnTo>
                    <a:pt x="0" y="3700"/>
                  </a:lnTo>
                  <a:lnTo>
                    <a:pt x="2560" y="3700"/>
                  </a:lnTo>
                  <a:lnTo>
                    <a:pt x="1809" y="953"/>
                  </a:lnTo>
                  <a:cubicBezTo>
                    <a:pt x="1659" y="389"/>
                    <a:pt x="1147" y="0"/>
                    <a:pt x="567" y="0"/>
                  </a:cubicBezTo>
                  <a:close/>
                </a:path>
              </a:pathLst>
            </a:custGeom>
            <a:solidFill>
              <a:srgbClr val="F28F8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23"/>
            <p:cNvSpPr/>
            <p:nvPr/>
          </p:nvSpPr>
          <p:spPr>
            <a:xfrm>
              <a:off x="4718168" y="2536952"/>
              <a:ext cx="182869" cy="280153"/>
            </a:xfrm>
            <a:custGeom>
              <a:rect b="b" l="l" r="r" t="t"/>
              <a:pathLst>
                <a:path extrusionOk="0" h="6370" w="4158">
                  <a:moveTo>
                    <a:pt x="2953" y="1"/>
                  </a:moveTo>
                  <a:cubicBezTo>
                    <a:pt x="2403" y="62"/>
                    <a:pt x="1857" y="130"/>
                    <a:pt x="1400" y="1359"/>
                  </a:cubicBezTo>
                  <a:cubicBezTo>
                    <a:pt x="1052" y="2294"/>
                    <a:pt x="386" y="4533"/>
                    <a:pt x="92" y="5540"/>
                  </a:cubicBezTo>
                  <a:cubicBezTo>
                    <a:pt x="1" y="5851"/>
                    <a:pt x="116" y="6182"/>
                    <a:pt x="379" y="6369"/>
                  </a:cubicBezTo>
                  <a:lnTo>
                    <a:pt x="1772" y="5462"/>
                  </a:lnTo>
                  <a:cubicBezTo>
                    <a:pt x="2212" y="4427"/>
                    <a:pt x="2895" y="2854"/>
                    <a:pt x="2895" y="2854"/>
                  </a:cubicBezTo>
                  <a:lnTo>
                    <a:pt x="3188" y="3516"/>
                  </a:lnTo>
                  <a:cubicBezTo>
                    <a:pt x="3188" y="3516"/>
                    <a:pt x="4007" y="2800"/>
                    <a:pt x="4059" y="1899"/>
                  </a:cubicBezTo>
                  <a:cubicBezTo>
                    <a:pt x="4158" y="202"/>
                    <a:pt x="2953" y="1"/>
                    <a:pt x="2953" y="1"/>
                  </a:cubicBez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23"/>
            <p:cNvSpPr/>
            <p:nvPr/>
          </p:nvSpPr>
          <p:spPr>
            <a:xfrm>
              <a:off x="4848609" y="2226241"/>
              <a:ext cx="263308" cy="247256"/>
            </a:xfrm>
            <a:custGeom>
              <a:rect b="b" l="l" r="r" t="t"/>
              <a:pathLst>
                <a:path extrusionOk="0" h="5622" w="5987">
                  <a:moveTo>
                    <a:pt x="2994" y="1"/>
                  </a:moveTo>
                  <a:cubicBezTo>
                    <a:pt x="1342" y="1"/>
                    <a:pt x="1" y="1339"/>
                    <a:pt x="1" y="2991"/>
                  </a:cubicBezTo>
                  <a:cubicBezTo>
                    <a:pt x="1" y="4445"/>
                    <a:pt x="1181" y="5622"/>
                    <a:pt x="2632" y="5622"/>
                  </a:cubicBezTo>
                  <a:lnTo>
                    <a:pt x="3355" y="5622"/>
                  </a:lnTo>
                  <a:cubicBezTo>
                    <a:pt x="4809" y="5622"/>
                    <a:pt x="5987" y="4445"/>
                    <a:pt x="5987" y="2991"/>
                  </a:cubicBezTo>
                  <a:cubicBezTo>
                    <a:pt x="5987" y="1339"/>
                    <a:pt x="4645" y="1"/>
                    <a:pt x="29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23"/>
            <p:cNvSpPr/>
            <p:nvPr/>
          </p:nvSpPr>
          <p:spPr>
            <a:xfrm>
              <a:off x="4642832" y="3508093"/>
              <a:ext cx="178471" cy="183397"/>
            </a:xfrm>
            <a:custGeom>
              <a:rect b="b" l="l" r="r" t="t"/>
              <a:pathLst>
                <a:path extrusionOk="0" h="4170" w="4058">
                  <a:moveTo>
                    <a:pt x="934" y="1"/>
                  </a:moveTo>
                  <a:cubicBezTo>
                    <a:pt x="761" y="1"/>
                    <a:pt x="629" y="239"/>
                    <a:pt x="454" y="434"/>
                  </a:cubicBezTo>
                  <a:cubicBezTo>
                    <a:pt x="310" y="598"/>
                    <a:pt x="82" y="857"/>
                    <a:pt x="48" y="1045"/>
                  </a:cubicBezTo>
                  <a:cubicBezTo>
                    <a:pt x="0" y="1322"/>
                    <a:pt x="249" y="1755"/>
                    <a:pt x="523" y="1994"/>
                  </a:cubicBezTo>
                  <a:cubicBezTo>
                    <a:pt x="799" y="2236"/>
                    <a:pt x="1120" y="2407"/>
                    <a:pt x="1219" y="2932"/>
                  </a:cubicBezTo>
                  <a:cubicBezTo>
                    <a:pt x="1321" y="3458"/>
                    <a:pt x="1522" y="3769"/>
                    <a:pt x="2068" y="4004"/>
                  </a:cubicBezTo>
                  <a:cubicBezTo>
                    <a:pt x="2340" y="4122"/>
                    <a:pt x="2652" y="4169"/>
                    <a:pt x="2939" y="4169"/>
                  </a:cubicBezTo>
                  <a:cubicBezTo>
                    <a:pt x="3283" y="4169"/>
                    <a:pt x="3588" y="4101"/>
                    <a:pt x="3738" y="4004"/>
                  </a:cubicBezTo>
                  <a:cubicBezTo>
                    <a:pt x="4058" y="3796"/>
                    <a:pt x="3765" y="3571"/>
                    <a:pt x="3314" y="2926"/>
                  </a:cubicBezTo>
                  <a:cubicBezTo>
                    <a:pt x="2727" y="2086"/>
                    <a:pt x="2270" y="1486"/>
                    <a:pt x="2270" y="700"/>
                  </a:cubicBezTo>
                  <a:lnTo>
                    <a:pt x="1038" y="28"/>
                  </a:lnTo>
                  <a:cubicBezTo>
                    <a:pt x="1001" y="9"/>
                    <a:pt x="967" y="1"/>
                    <a:pt x="9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23"/>
            <p:cNvSpPr/>
            <p:nvPr/>
          </p:nvSpPr>
          <p:spPr>
            <a:xfrm>
              <a:off x="4678675" y="3478979"/>
              <a:ext cx="90863" cy="77713"/>
            </a:xfrm>
            <a:custGeom>
              <a:rect b="b" l="l" r="r" t="t"/>
              <a:pathLst>
                <a:path extrusionOk="0" h="1767" w="2066">
                  <a:moveTo>
                    <a:pt x="694" y="1"/>
                  </a:moveTo>
                  <a:lnTo>
                    <a:pt x="209" y="707"/>
                  </a:lnTo>
                  <a:cubicBezTo>
                    <a:pt x="1" y="1014"/>
                    <a:pt x="66" y="1441"/>
                    <a:pt x="373" y="1649"/>
                  </a:cubicBezTo>
                  <a:cubicBezTo>
                    <a:pt x="379" y="1653"/>
                    <a:pt x="383" y="1656"/>
                    <a:pt x="390" y="1659"/>
                  </a:cubicBezTo>
                  <a:cubicBezTo>
                    <a:pt x="502" y="1732"/>
                    <a:pt x="628" y="1766"/>
                    <a:pt x="755" y="1766"/>
                  </a:cubicBezTo>
                  <a:cubicBezTo>
                    <a:pt x="960" y="1766"/>
                    <a:pt x="1166" y="1677"/>
                    <a:pt x="1311" y="1516"/>
                  </a:cubicBezTo>
                  <a:lnTo>
                    <a:pt x="2066" y="697"/>
                  </a:lnTo>
                  <a:lnTo>
                    <a:pt x="694" y="1"/>
                  </a:ln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23"/>
            <p:cNvSpPr/>
            <p:nvPr/>
          </p:nvSpPr>
          <p:spPr>
            <a:xfrm>
              <a:off x="4704050" y="2876469"/>
              <a:ext cx="411785" cy="652399"/>
            </a:xfrm>
            <a:custGeom>
              <a:rect b="b" l="l" r="r" t="t"/>
              <a:pathLst>
                <a:path extrusionOk="0" h="14834" w="9363">
                  <a:moveTo>
                    <a:pt x="4929" y="1"/>
                  </a:moveTo>
                  <a:lnTo>
                    <a:pt x="5090" y="7055"/>
                  </a:lnTo>
                  <a:cubicBezTo>
                    <a:pt x="5090" y="7055"/>
                    <a:pt x="3315" y="8291"/>
                    <a:pt x="2817" y="9096"/>
                  </a:cubicBezTo>
                  <a:cubicBezTo>
                    <a:pt x="2315" y="9906"/>
                    <a:pt x="1" y="13838"/>
                    <a:pt x="1" y="13838"/>
                  </a:cubicBezTo>
                  <a:cubicBezTo>
                    <a:pt x="155" y="14766"/>
                    <a:pt x="1113" y="14834"/>
                    <a:pt x="1113" y="14834"/>
                  </a:cubicBezTo>
                  <a:cubicBezTo>
                    <a:pt x="1113" y="14834"/>
                    <a:pt x="6755" y="9339"/>
                    <a:pt x="6953" y="9005"/>
                  </a:cubicBezTo>
                  <a:cubicBezTo>
                    <a:pt x="7147" y="8670"/>
                    <a:pt x="7704" y="7806"/>
                    <a:pt x="8321" y="6192"/>
                  </a:cubicBezTo>
                  <a:cubicBezTo>
                    <a:pt x="8976" y="4468"/>
                    <a:pt x="9362" y="1789"/>
                    <a:pt x="9332" y="888"/>
                  </a:cubicBezTo>
                  <a:lnTo>
                    <a:pt x="492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23"/>
            <p:cNvSpPr/>
            <p:nvPr/>
          </p:nvSpPr>
          <p:spPr>
            <a:xfrm>
              <a:off x="5026767" y="3628199"/>
              <a:ext cx="69840" cy="88444"/>
            </a:xfrm>
            <a:custGeom>
              <a:rect b="b" l="l" r="r" t="t"/>
              <a:pathLst>
                <a:path extrusionOk="0" h="2011" w="1588">
                  <a:moveTo>
                    <a:pt x="1192" y="1"/>
                  </a:moveTo>
                  <a:lnTo>
                    <a:pt x="0" y="273"/>
                  </a:lnTo>
                  <a:lnTo>
                    <a:pt x="393" y="2011"/>
                  </a:lnTo>
                  <a:lnTo>
                    <a:pt x="1588" y="1737"/>
                  </a:lnTo>
                  <a:lnTo>
                    <a:pt x="1192" y="1"/>
                  </a:ln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23"/>
            <p:cNvSpPr/>
            <p:nvPr/>
          </p:nvSpPr>
          <p:spPr>
            <a:xfrm>
              <a:off x="4822793" y="2872115"/>
              <a:ext cx="268410" cy="785087"/>
            </a:xfrm>
            <a:custGeom>
              <a:rect b="b" l="l" r="r" t="t"/>
              <a:pathLst>
                <a:path extrusionOk="0" h="17851" w="6103">
                  <a:moveTo>
                    <a:pt x="5588" y="1"/>
                  </a:moveTo>
                  <a:lnTo>
                    <a:pt x="509" y="199"/>
                  </a:lnTo>
                  <a:cubicBezTo>
                    <a:pt x="335" y="622"/>
                    <a:pt x="0" y="1390"/>
                    <a:pt x="86" y="2605"/>
                  </a:cubicBezTo>
                  <a:cubicBezTo>
                    <a:pt x="253" y="5083"/>
                    <a:pt x="2601" y="9513"/>
                    <a:pt x="2601" y="9513"/>
                  </a:cubicBezTo>
                  <a:cubicBezTo>
                    <a:pt x="2574" y="9851"/>
                    <a:pt x="2431" y="11264"/>
                    <a:pt x="2751" y="12516"/>
                  </a:cubicBezTo>
                  <a:cubicBezTo>
                    <a:pt x="3260" y="14493"/>
                    <a:pt x="4638" y="17837"/>
                    <a:pt x="4638" y="17837"/>
                  </a:cubicBezTo>
                  <a:cubicBezTo>
                    <a:pt x="4638" y="17837"/>
                    <a:pt x="4733" y="17851"/>
                    <a:pt x="4874" y="17851"/>
                  </a:cubicBezTo>
                  <a:cubicBezTo>
                    <a:pt x="5162" y="17851"/>
                    <a:pt x="5644" y="17796"/>
                    <a:pt x="5932" y="17462"/>
                  </a:cubicBezTo>
                  <a:cubicBezTo>
                    <a:pt x="5932" y="17462"/>
                    <a:pt x="5167" y="10670"/>
                    <a:pt x="4959" y="8929"/>
                  </a:cubicBezTo>
                  <a:cubicBezTo>
                    <a:pt x="4737" y="7045"/>
                    <a:pt x="4167" y="3608"/>
                    <a:pt x="4167" y="3608"/>
                  </a:cubicBezTo>
                  <a:cubicBezTo>
                    <a:pt x="4167" y="3608"/>
                    <a:pt x="4564" y="3247"/>
                    <a:pt x="5191" y="2380"/>
                  </a:cubicBezTo>
                  <a:cubicBezTo>
                    <a:pt x="6103" y="1121"/>
                    <a:pt x="5963" y="1"/>
                    <a:pt x="59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23"/>
            <p:cNvSpPr/>
            <p:nvPr/>
          </p:nvSpPr>
          <p:spPr>
            <a:xfrm>
              <a:off x="5032177" y="3671255"/>
              <a:ext cx="183748" cy="131632"/>
            </a:xfrm>
            <a:custGeom>
              <a:rect b="b" l="l" r="r" t="t"/>
              <a:pathLst>
                <a:path extrusionOk="0" h="2993" w="4178">
                  <a:moveTo>
                    <a:pt x="1290" y="0"/>
                  </a:moveTo>
                  <a:lnTo>
                    <a:pt x="1331" y="172"/>
                  </a:lnTo>
                  <a:cubicBezTo>
                    <a:pt x="1430" y="506"/>
                    <a:pt x="1055" y="553"/>
                    <a:pt x="854" y="561"/>
                  </a:cubicBezTo>
                  <a:cubicBezTo>
                    <a:pt x="836" y="561"/>
                    <a:pt x="819" y="562"/>
                    <a:pt x="801" y="562"/>
                  </a:cubicBezTo>
                  <a:cubicBezTo>
                    <a:pt x="535" y="562"/>
                    <a:pt x="229" y="474"/>
                    <a:pt x="127" y="400"/>
                  </a:cubicBezTo>
                  <a:cubicBezTo>
                    <a:pt x="127" y="400"/>
                    <a:pt x="107" y="298"/>
                    <a:pt x="99" y="271"/>
                  </a:cubicBezTo>
                  <a:cubicBezTo>
                    <a:pt x="99" y="271"/>
                    <a:pt x="98" y="271"/>
                    <a:pt x="97" y="271"/>
                  </a:cubicBezTo>
                  <a:cubicBezTo>
                    <a:pt x="20" y="271"/>
                    <a:pt x="14" y="514"/>
                    <a:pt x="7" y="738"/>
                  </a:cubicBezTo>
                  <a:cubicBezTo>
                    <a:pt x="0" y="980"/>
                    <a:pt x="11" y="1263"/>
                    <a:pt x="82" y="1380"/>
                  </a:cubicBezTo>
                  <a:cubicBezTo>
                    <a:pt x="212" y="1588"/>
                    <a:pt x="594" y="1731"/>
                    <a:pt x="782" y="1892"/>
                  </a:cubicBezTo>
                  <a:cubicBezTo>
                    <a:pt x="973" y="2056"/>
                    <a:pt x="1144" y="2431"/>
                    <a:pt x="1383" y="2656"/>
                  </a:cubicBezTo>
                  <a:cubicBezTo>
                    <a:pt x="1605" y="2866"/>
                    <a:pt x="2291" y="2992"/>
                    <a:pt x="2727" y="2992"/>
                  </a:cubicBezTo>
                  <a:cubicBezTo>
                    <a:pt x="2759" y="2992"/>
                    <a:pt x="2790" y="2992"/>
                    <a:pt x="2819" y="2990"/>
                  </a:cubicBezTo>
                  <a:cubicBezTo>
                    <a:pt x="3676" y="2943"/>
                    <a:pt x="4178" y="2421"/>
                    <a:pt x="3834" y="2164"/>
                  </a:cubicBezTo>
                  <a:cubicBezTo>
                    <a:pt x="3571" y="1974"/>
                    <a:pt x="3065" y="1725"/>
                    <a:pt x="2485" y="1301"/>
                  </a:cubicBezTo>
                  <a:cubicBezTo>
                    <a:pt x="1953" y="912"/>
                    <a:pt x="1417" y="25"/>
                    <a:pt x="12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23"/>
            <p:cNvSpPr/>
            <p:nvPr/>
          </p:nvSpPr>
          <p:spPr>
            <a:xfrm>
              <a:off x="5006053" y="2995212"/>
              <a:ext cx="49741" cy="218888"/>
            </a:xfrm>
            <a:custGeom>
              <a:rect b="b" l="l" r="r" t="t"/>
              <a:pathLst>
                <a:path extrusionOk="0" h="4977" w="1131">
                  <a:moveTo>
                    <a:pt x="1131" y="1"/>
                  </a:moveTo>
                  <a:lnTo>
                    <a:pt x="1131" y="1"/>
                  </a:lnTo>
                  <a:cubicBezTo>
                    <a:pt x="819" y="352"/>
                    <a:pt x="0" y="809"/>
                    <a:pt x="0" y="809"/>
                  </a:cubicBezTo>
                  <a:cubicBezTo>
                    <a:pt x="137" y="1370"/>
                    <a:pt x="642" y="4977"/>
                    <a:pt x="642" y="4977"/>
                  </a:cubicBezTo>
                  <a:lnTo>
                    <a:pt x="356" y="967"/>
                  </a:lnTo>
                  <a:cubicBezTo>
                    <a:pt x="762" y="537"/>
                    <a:pt x="1130" y="1"/>
                    <a:pt x="113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23"/>
            <p:cNvSpPr/>
            <p:nvPr/>
          </p:nvSpPr>
          <p:spPr>
            <a:xfrm>
              <a:off x="4899492" y="3208817"/>
              <a:ext cx="37735" cy="155249"/>
            </a:xfrm>
            <a:custGeom>
              <a:rect b="b" l="l" r="r" t="t"/>
              <a:pathLst>
                <a:path extrusionOk="0" h="3530" w="858">
                  <a:moveTo>
                    <a:pt x="0" y="0"/>
                  </a:moveTo>
                  <a:lnTo>
                    <a:pt x="0" y="0"/>
                  </a:lnTo>
                  <a:cubicBezTo>
                    <a:pt x="167" y="960"/>
                    <a:pt x="629" y="1966"/>
                    <a:pt x="629" y="1966"/>
                  </a:cubicBezTo>
                  <a:cubicBezTo>
                    <a:pt x="468" y="2557"/>
                    <a:pt x="485" y="3529"/>
                    <a:pt x="485" y="3529"/>
                  </a:cubicBezTo>
                  <a:lnTo>
                    <a:pt x="805" y="3250"/>
                  </a:lnTo>
                  <a:cubicBezTo>
                    <a:pt x="796" y="3014"/>
                    <a:pt x="857" y="1857"/>
                    <a:pt x="857" y="1857"/>
                  </a:cubicBezTo>
                  <a:cubicBezTo>
                    <a:pt x="611" y="1519"/>
                    <a:pt x="0" y="1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23"/>
            <p:cNvSpPr/>
            <p:nvPr/>
          </p:nvSpPr>
          <p:spPr>
            <a:xfrm>
              <a:off x="4834360" y="2521515"/>
              <a:ext cx="285826" cy="437865"/>
            </a:xfrm>
            <a:custGeom>
              <a:rect b="b" l="l" r="r" t="t"/>
              <a:pathLst>
                <a:path extrusionOk="0" h="9956" w="6499">
                  <a:moveTo>
                    <a:pt x="4178" y="0"/>
                  </a:moveTo>
                  <a:lnTo>
                    <a:pt x="2102" y="62"/>
                  </a:lnTo>
                  <a:cubicBezTo>
                    <a:pt x="2102" y="62"/>
                    <a:pt x="522" y="256"/>
                    <a:pt x="311" y="352"/>
                  </a:cubicBezTo>
                  <a:cubicBezTo>
                    <a:pt x="1362" y="1417"/>
                    <a:pt x="546" y="3867"/>
                    <a:pt x="546" y="3867"/>
                  </a:cubicBezTo>
                  <a:lnTo>
                    <a:pt x="1426" y="6304"/>
                  </a:lnTo>
                  <a:cubicBezTo>
                    <a:pt x="809" y="7291"/>
                    <a:pt x="273" y="7911"/>
                    <a:pt x="0" y="8844"/>
                  </a:cubicBezTo>
                  <a:cubicBezTo>
                    <a:pt x="292" y="9184"/>
                    <a:pt x="1510" y="9955"/>
                    <a:pt x="3166" y="9955"/>
                  </a:cubicBezTo>
                  <a:cubicBezTo>
                    <a:pt x="4120" y="9955"/>
                    <a:pt x="5218" y="9700"/>
                    <a:pt x="6369" y="8959"/>
                  </a:cubicBezTo>
                  <a:cubicBezTo>
                    <a:pt x="6369" y="8959"/>
                    <a:pt x="6185" y="7188"/>
                    <a:pt x="5918" y="5846"/>
                  </a:cubicBezTo>
                  <a:cubicBezTo>
                    <a:pt x="6375" y="3673"/>
                    <a:pt x="6498" y="2908"/>
                    <a:pt x="6369" y="2400"/>
                  </a:cubicBezTo>
                  <a:cubicBezTo>
                    <a:pt x="5997" y="969"/>
                    <a:pt x="5150" y="51"/>
                    <a:pt x="4178" y="0"/>
                  </a:cubicBezTo>
                  <a:close/>
                </a:path>
              </a:pathLst>
            </a:custGeom>
            <a:solidFill>
              <a:srgbClr val="E0666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23"/>
            <p:cNvSpPr/>
            <p:nvPr/>
          </p:nvSpPr>
          <p:spPr>
            <a:xfrm>
              <a:off x="4884320" y="2287020"/>
              <a:ext cx="215414" cy="296865"/>
            </a:xfrm>
            <a:custGeom>
              <a:rect b="b" l="l" r="r" t="t"/>
              <a:pathLst>
                <a:path extrusionOk="0" h="6750" w="4898">
                  <a:moveTo>
                    <a:pt x="4192" y="1"/>
                  </a:moveTo>
                  <a:cubicBezTo>
                    <a:pt x="4130" y="547"/>
                    <a:pt x="3779" y="1407"/>
                    <a:pt x="2864" y="1913"/>
                  </a:cubicBezTo>
                  <a:cubicBezTo>
                    <a:pt x="2028" y="2370"/>
                    <a:pt x="1381" y="2390"/>
                    <a:pt x="1275" y="2390"/>
                  </a:cubicBezTo>
                  <a:cubicBezTo>
                    <a:pt x="1265" y="2390"/>
                    <a:pt x="1260" y="2390"/>
                    <a:pt x="1260" y="2390"/>
                  </a:cubicBezTo>
                  <a:cubicBezTo>
                    <a:pt x="1143" y="2149"/>
                    <a:pt x="912" y="2025"/>
                    <a:pt x="687" y="2025"/>
                  </a:cubicBezTo>
                  <a:cubicBezTo>
                    <a:pt x="536" y="2025"/>
                    <a:pt x="388" y="2080"/>
                    <a:pt x="277" y="2192"/>
                  </a:cubicBezTo>
                  <a:cubicBezTo>
                    <a:pt x="0" y="2475"/>
                    <a:pt x="120" y="2998"/>
                    <a:pt x="475" y="3308"/>
                  </a:cubicBezTo>
                  <a:cubicBezTo>
                    <a:pt x="661" y="3471"/>
                    <a:pt x="814" y="3517"/>
                    <a:pt x="927" y="3517"/>
                  </a:cubicBezTo>
                  <a:cubicBezTo>
                    <a:pt x="1076" y="3517"/>
                    <a:pt x="1158" y="3438"/>
                    <a:pt x="1158" y="3438"/>
                  </a:cubicBezTo>
                  <a:lnTo>
                    <a:pt x="1158" y="3438"/>
                  </a:lnTo>
                  <a:lnTo>
                    <a:pt x="1147" y="5386"/>
                  </a:lnTo>
                  <a:cubicBezTo>
                    <a:pt x="1147" y="5386"/>
                    <a:pt x="1618" y="6128"/>
                    <a:pt x="2174" y="6506"/>
                  </a:cubicBezTo>
                  <a:cubicBezTo>
                    <a:pt x="2421" y="6673"/>
                    <a:pt x="2717" y="6749"/>
                    <a:pt x="2976" y="6749"/>
                  </a:cubicBezTo>
                  <a:cubicBezTo>
                    <a:pt x="3306" y="6749"/>
                    <a:pt x="3574" y="6625"/>
                    <a:pt x="3595" y="6407"/>
                  </a:cubicBezTo>
                  <a:cubicBezTo>
                    <a:pt x="3632" y="6018"/>
                    <a:pt x="3034" y="5325"/>
                    <a:pt x="3034" y="5325"/>
                  </a:cubicBezTo>
                  <a:lnTo>
                    <a:pt x="3034" y="4479"/>
                  </a:lnTo>
                  <a:cubicBezTo>
                    <a:pt x="3301" y="4524"/>
                    <a:pt x="3573" y="4564"/>
                    <a:pt x="3796" y="4564"/>
                  </a:cubicBezTo>
                  <a:cubicBezTo>
                    <a:pt x="3933" y="4564"/>
                    <a:pt x="4052" y="4549"/>
                    <a:pt x="4140" y="4510"/>
                  </a:cubicBezTo>
                  <a:cubicBezTo>
                    <a:pt x="4370" y="4411"/>
                    <a:pt x="4827" y="4060"/>
                    <a:pt x="4861" y="2650"/>
                  </a:cubicBezTo>
                  <a:cubicBezTo>
                    <a:pt x="4898" y="980"/>
                    <a:pt x="4506" y="185"/>
                    <a:pt x="4192" y="1"/>
                  </a:cubicBez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23"/>
            <p:cNvSpPr/>
            <p:nvPr/>
          </p:nvSpPr>
          <p:spPr>
            <a:xfrm>
              <a:off x="5012826" y="2380123"/>
              <a:ext cx="16097" cy="16273"/>
            </a:xfrm>
            <a:custGeom>
              <a:rect b="b" l="l" r="r" t="t"/>
              <a:pathLst>
                <a:path extrusionOk="0" h="370" w="366">
                  <a:moveTo>
                    <a:pt x="180" y="0"/>
                  </a:moveTo>
                  <a:cubicBezTo>
                    <a:pt x="178" y="0"/>
                    <a:pt x="176" y="0"/>
                    <a:pt x="174" y="0"/>
                  </a:cubicBezTo>
                  <a:cubicBezTo>
                    <a:pt x="76" y="4"/>
                    <a:pt x="0" y="92"/>
                    <a:pt x="7" y="195"/>
                  </a:cubicBezTo>
                  <a:cubicBezTo>
                    <a:pt x="10" y="292"/>
                    <a:pt x="93" y="369"/>
                    <a:pt x="185" y="369"/>
                  </a:cubicBezTo>
                  <a:cubicBezTo>
                    <a:pt x="187" y="369"/>
                    <a:pt x="189" y="369"/>
                    <a:pt x="191" y="369"/>
                  </a:cubicBezTo>
                  <a:cubicBezTo>
                    <a:pt x="290" y="366"/>
                    <a:pt x="366" y="276"/>
                    <a:pt x="362" y="177"/>
                  </a:cubicBezTo>
                  <a:cubicBezTo>
                    <a:pt x="355" y="77"/>
                    <a:pt x="276" y="0"/>
                    <a:pt x="1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23"/>
            <p:cNvSpPr/>
            <p:nvPr/>
          </p:nvSpPr>
          <p:spPr>
            <a:xfrm>
              <a:off x="5029186" y="2440462"/>
              <a:ext cx="19703" cy="12798"/>
            </a:xfrm>
            <a:custGeom>
              <a:rect b="b" l="l" r="r" t="t"/>
              <a:pathLst>
                <a:path extrusionOk="0" h="291" w="448">
                  <a:moveTo>
                    <a:pt x="34" y="0"/>
                  </a:moveTo>
                  <a:cubicBezTo>
                    <a:pt x="0" y="120"/>
                    <a:pt x="65" y="246"/>
                    <a:pt x="181" y="280"/>
                  </a:cubicBezTo>
                  <a:cubicBezTo>
                    <a:pt x="203" y="287"/>
                    <a:pt x="225" y="290"/>
                    <a:pt x="246" y="290"/>
                  </a:cubicBezTo>
                  <a:cubicBezTo>
                    <a:pt x="336" y="290"/>
                    <a:pt x="420" y="230"/>
                    <a:pt x="447" y="133"/>
                  </a:cubicBezTo>
                  <a:lnTo>
                    <a:pt x="34" y="0"/>
                  </a:lnTo>
                  <a:close/>
                </a:path>
              </a:pathLst>
            </a:custGeom>
            <a:solidFill>
              <a:srgbClr val="F28F8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23"/>
            <p:cNvSpPr/>
            <p:nvPr/>
          </p:nvSpPr>
          <p:spPr>
            <a:xfrm>
              <a:off x="5076903" y="2348590"/>
              <a:ext cx="18823" cy="15349"/>
            </a:xfrm>
            <a:custGeom>
              <a:rect b="b" l="l" r="r" t="t"/>
              <a:pathLst>
                <a:path extrusionOk="0" h="349" w="428">
                  <a:moveTo>
                    <a:pt x="178" y="1"/>
                  </a:moveTo>
                  <a:cubicBezTo>
                    <a:pt x="109" y="1"/>
                    <a:pt x="41" y="35"/>
                    <a:pt x="0" y="100"/>
                  </a:cubicBezTo>
                  <a:lnTo>
                    <a:pt x="359" y="349"/>
                  </a:lnTo>
                  <a:cubicBezTo>
                    <a:pt x="427" y="246"/>
                    <a:pt x="400" y="106"/>
                    <a:pt x="298" y="38"/>
                  </a:cubicBezTo>
                  <a:cubicBezTo>
                    <a:pt x="261" y="13"/>
                    <a:pt x="219" y="1"/>
                    <a:pt x="1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23"/>
            <p:cNvSpPr/>
            <p:nvPr/>
          </p:nvSpPr>
          <p:spPr>
            <a:xfrm>
              <a:off x="5073297" y="2374406"/>
              <a:ext cx="16097" cy="16273"/>
            </a:xfrm>
            <a:custGeom>
              <a:rect b="b" l="l" r="r" t="t"/>
              <a:pathLst>
                <a:path extrusionOk="0" h="370" w="366">
                  <a:moveTo>
                    <a:pt x="177" y="0"/>
                  </a:moveTo>
                  <a:cubicBezTo>
                    <a:pt x="175" y="0"/>
                    <a:pt x="173" y="0"/>
                    <a:pt x="171" y="0"/>
                  </a:cubicBezTo>
                  <a:cubicBezTo>
                    <a:pt x="76" y="8"/>
                    <a:pt x="0" y="93"/>
                    <a:pt x="4" y="195"/>
                  </a:cubicBezTo>
                  <a:cubicBezTo>
                    <a:pt x="11" y="293"/>
                    <a:pt x="86" y="369"/>
                    <a:pt x="179" y="369"/>
                  </a:cubicBezTo>
                  <a:cubicBezTo>
                    <a:pt x="183" y="369"/>
                    <a:pt x="187" y="369"/>
                    <a:pt x="191" y="369"/>
                  </a:cubicBezTo>
                  <a:cubicBezTo>
                    <a:pt x="287" y="365"/>
                    <a:pt x="366" y="280"/>
                    <a:pt x="359" y="178"/>
                  </a:cubicBezTo>
                  <a:cubicBezTo>
                    <a:pt x="355" y="78"/>
                    <a:pt x="273" y="0"/>
                    <a:pt x="1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23"/>
            <p:cNvSpPr/>
            <p:nvPr/>
          </p:nvSpPr>
          <p:spPr>
            <a:xfrm>
              <a:off x="5052275" y="2377704"/>
              <a:ext cx="26036" cy="47015"/>
            </a:xfrm>
            <a:custGeom>
              <a:rect b="b" l="l" r="r" t="t"/>
              <a:pathLst>
                <a:path extrusionOk="0" h="1069" w="592">
                  <a:moveTo>
                    <a:pt x="1" y="0"/>
                  </a:moveTo>
                  <a:lnTo>
                    <a:pt x="28" y="1069"/>
                  </a:lnTo>
                  <a:lnTo>
                    <a:pt x="592" y="89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28F8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23"/>
            <p:cNvSpPr/>
            <p:nvPr/>
          </p:nvSpPr>
          <p:spPr>
            <a:xfrm>
              <a:off x="4950200" y="2453216"/>
              <a:ext cx="67597" cy="43276"/>
            </a:xfrm>
            <a:custGeom>
              <a:rect b="b" l="l" r="r" t="t"/>
              <a:pathLst>
                <a:path extrusionOk="0" h="984" w="1537">
                  <a:moveTo>
                    <a:pt x="1" y="0"/>
                  </a:moveTo>
                  <a:cubicBezTo>
                    <a:pt x="1" y="0"/>
                    <a:pt x="52" y="232"/>
                    <a:pt x="328" y="471"/>
                  </a:cubicBezTo>
                  <a:cubicBezTo>
                    <a:pt x="608" y="714"/>
                    <a:pt x="1536" y="983"/>
                    <a:pt x="1536" y="983"/>
                  </a:cubicBezTo>
                  <a:lnTo>
                    <a:pt x="1536" y="700"/>
                  </a:lnTo>
                  <a:cubicBezTo>
                    <a:pt x="1083" y="638"/>
                    <a:pt x="148" y="372"/>
                    <a:pt x="1" y="0"/>
                  </a:cubicBezTo>
                  <a:close/>
                </a:path>
              </a:pathLst>
            </a:custGeom>
            <a:solidFill>
              <a:srgbClr val="F28F8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23"/>
            <p:cNvSpPr/>
            <p:nvPr/>
          </p:nvSpPr>
          <p:spPr>
            <a:xfrm>
              <a:off x="4876228" y="2741541"/>
              <a:ext cx="54799" cy="74194"/>
            </a:xfrm>
            <a:custGeom>
              <a:rect b="b" l="l" r="r" t="t"/>
              <a:pathLst>
                <a:path extrusionOk="0" h="1687" w="1246">
                  <a:moveTo>
                    <a:pt x="0" y="1"/>
                  </a:moveTo>
                  <a:lnTo>
                    <a:pt x="474" y="1301"/>
                  </a:lnTo>
                  <a:lnTo>
                    <a:pt x="1246" y="168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7DE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23"/>
            <p:cNvSpPr/>
            <p:nvPr/>
          </p:nvSpPr>
          <p:spPr>
            <a:xfrm>
              <a:off x="4887178" y="2763619"/>
              <a:ext cx="43848" cy="52116"/>
            </a:xfrm>
            <a:custGeom>
              <a:rect b="b" l="l" r="r" t="t"/>
              <a:pathLst>
                <a:path extrusionOk="0" h="1185" w="997">
                  <a:moveTo>
                    <a:pt x="120" y="1"/>
                  </a:moveTo>
                  <a:cubicBezTo>
                    <a:pt x="79" y="62"/>
                    <a:pt x="41" y="119"/>
                    <a:pt x="0" y="178"/>
                  </a:cubicBezTo>
                  <a:lnTo>
                    <a:pt x="225" y="799"/>
                  </a:lnTo>
                  <a:lnTo>
                    <a:pt x="997" y="1184"/>
                  </a:lnTo>
                  <a:lnTo>
                    <a:pt x="997" y="1184"/>
                  </a:lnTo>
                  <a:lnTo>
                    <a:pt x="12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23"/>
            <p:cNvSpPr/>
            <p:nvPr/>
          </p:nvSpPr>
          <p:spPr>
            <a:xfrm>
              <a:off x="4734836" y="2777120"/>
              <a:ext cx="247300" cy="139637"/>
            </a:xfrm>
            <a:custGeom>
              <a:rect b="b" l="l" r="r" t="t"/>
              <a:pathLst>
                <a:path extrusionOk="0" h="3175" w="5623">
                  <a:moveTo>
                    <a:pt x="1393" y="1"/>
                  </a:moveTo>
                  <a:lnTo>
                    <a:pt x="0" y="908"/>
                  </a:lnTo>
                  <a:cubicBezTo>
                    <a:pt x="901" y="1557"/>
                    <a:pt x="2158" y="2308"/>
                    <a:pt x="2775" y="2516"/>
                  </a:cubicBezTo>
                  <a:cubicBezTo>
                    <a:pt x="3366" y="2711"/>
                    <a:pt x="3847" y="3052"/>
                    <a:pt x="4536" y="3175"/>
                  </a:cubicBezTo>
                  <a:lnTo>
                    <a:pt x="4915" y="1877"/>
                  </a:lnTo>
                  <a:cubicBezTo>
                    <a:pt x="4915" y="1857"/>
                    <a:pt x="4925" y="1837"/>
                    <a:pt x="4943" y="1816"/>
                  </a:cubicBezTo>
                  <a:cubicBezTo>
                    <a:pt x="5086" y="1649"/>
                    <a:pt x="5567" y="1301"/>
                    <a:pt x="5598" y="1216"/>
                  </a:cubicBezTo>
                  <a:cubicBezTo>
                    <a:pt x="5623" y="1153"/>
                    <a:pt x="5487" y="1094"/>
                    <a:pt x="5242" y="1094"/>
                  </a:cubicBezTo>
                  <a:cubicBezTo>
                    <a:pt x="5153" y="1094"/>
                    <a:pt x="5050" y="1102"/>
                    <a:pt x="4935" y="1120"/>
                  </a:cubicBezTo>
                  <a:cubicBezTo>
                    <a:pt x="4530" y="1184"/>
                    <a:pt x="3761" y="1397"/>
                    <a:pt x="3214" y="1397"/>
                  </a:cubicBezTo>
                  <a:cubicBezTo>
                    <a:pt x="3176" y="1397"/>
                    <a:pt x="3139" y="1396"/>
                    <a:pt x="3103" y="1393"/>
                  </a:cubicBezTo>
                  <a:cubicBezTo>
                    <a:pt x="2744" y="1369"/>
                    <a:pt x="1922" y="560"/>
                    <a:pt x="1393" y="1"/>
                  </a:cubicBez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23"/>
            <p:cNvSpPr/>
            <p:nvPr/>
          </p:nvSpPr>
          <p:spPr>
            <a:xfrm>
              <a:off x="4941052" y="2578820"/>
              <a:ext cx="364022" cy="376205"/>
            </a:xfrm>
            <a:custGeom>
              <a:rect b="b" l="l" r="r" t="t"/>
              <a:pathLst>
                <a:path extrusionOk="0" h="8554" w="8277">
                  <a:moveTo>
                    <a:pt x="8277" y="1"/>
                  </a:moveTo>
                  <a:lnTo>
                    <a:pt x="6789" y="1414"/>
                  </a:lnTo>
                  <a:lnTo>
                    <a:pt x="4796" y="916"/>
                  </a:lnTo>
                  <a:lnTo>
                    <a:pt x="3243" y="2267"/>
                  </a:lnTo>
                  <a:lnTo>
                    <a:pt x="830" y="1704"/>
                  </a:lnTo>
                  <a:lnTo>
                    <a:pt x="1" y="8179"/>
                  </a:lnTo>
                  <a:lnTo>
                    <a:pt x="1708" y="8554"/>
                  </a:lnTo>
                  <a:lnTo>
                    <a:pt x="3209" y="7332"/>
                  </a:lnTo>
                  <a:lnTo>
                    <a:pt x="4796" y="7401"/>
                  </a:lnTo>
                  <a:lnTo>
                    <a:pt x="5663" y="6646"/>
                  </a:lnTo>
                  <a:lnTo>
                    <a:pt x="827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23"/>
            <p:cNvSpPr/>
            <p:nvPr/>
          </p:nvSpPr>
          <p:spPr>
            <a:xfrm>
              <a:off x="5016124" y="2619060"/>
              <a:ext cx="135854" cy="335963"/>
            </a:xfrm>
            <a:custGeom>
              <a:rect b="b" l="l" r="r" t="t"/>
              <a:pathLst>
                <a:path extrusionOk="0" h="7639" w="3089">
                  <a:moveTo>
                    <a:pt x="3089" y="1"/>
                  </a:moveTo>
                  <a:lnTo>
                    <a:pt x="1536" y="1352"/>
                  </a:lnTo>
                  <a:lnTo>
                    <a:pt x="1" y="7639"/>
                  </a:lnTo>
                  <a:lnTo>
                    <a:pt x="1502" y="6417"/>
                  </a:lnTo>
                  <a:lnTo>
                    <a:pt x="30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23"/>
            <p:cNvSpPr/>
            <p:nvPr/>
          </p:nvSpPr>
          <p:spPr>
            <a:xfrm>
              <a:off x="5151931" y="2578820"/>
              <a:ext cx="153138" cy="325496"/>
            </a:xfrm>
            <a:custGeom>
              <a:rect b="b" l="l" r="r" t="t"/>
              <a:pathLst>
                <a:path extrusionOk="0" h="7401" w="3482">
                  <a:moveTo>
                    <a:pt x="3482" y="1"/>
                  </a:moveTo>
                  <a:lnTo>
                    <a:pt x="1994" y="1414"/>
                  </a:lnTo>
                  <a:lnTo>
                    <a:pt x="1" y="7401"/>
                  </a:lnTo>
                  <a:lnTo>
                    <a:pt x="868" y="6646"/>
                  </a:lnTo>
                  <a:lnTo>
                    <a:pt x="348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23"/>
            <p:cNvSpPr/>
            <p:nvPr/>
          </p:nvSpPr>
          <p:spPr>
            <a:xfrm>
              <a:off x="4802695" y="2293793"/>
              <a:ext cx="73710" cy="213347"/>
            </a:xfrm>
            <a:custGeom>
              <a:rect b="b" l="l" r="r" t="t"/>
              <a:pathLst>
                <a:path extrusionOk="0" h="4851" w="1676">
                  <a:moveTo>
                    <a:pt x="85" y="1"/>
                  </a:moveTo>
                  <a:cubicBezTo>
                    <a:pt x="37" y="1"/>
                    <a:pt x="0" y="42"/>
                    <a:pt x="0" y="86"/>
                  </a:cubicBezTo>
                  <a:lnTo>
                    <a:pt x="0" y="4851"/>
                  </a:lnTo>
                  <a:lnTo>
                    <a:pt x="1590" y="4851"/>
                  </a:lnTo>
                  <a:cubicBezTo>
                    <a:pt x="1639" y="4851"/>
                    <a:pt x="1675" y="4813"/>
                    <a:pt x="1675" y="4766"/>
                  </a:cubicBezTo>
                  <a:lnTo>
                    <a:pt x="167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23"/>
            <p:cNvSpPr/>
            <p:nvPr/>
          </p:nvSpPr>
          <p:spPr>
            <a:xfrm>
              <a:off x="4854523" y="2531337"/>
              <a:ext cx="100318" cy="293479"/>
            </a:xfrm>
            <a:custGeom>
              <a:rect b="b" l="l" r="r" t="t"/>
              <a:pathLst>
                <a:path extrusionOk="0" h="6673" w="2281">
                  <a:moveTo>
                    <a:pt x="1455" y="1"/>
                  </a:moveTo>
                  <a:cubicBezTo>
                    <a:pt x="1070" y="1"/>
                    <a:pt x="334" y="137"/>
                    <a:pt x="349" y="250"/>
                  </a:cubicBezTo>
                  <a:cubicBezTo>
                    <a:pt x="349" y="250"/>
                    <a:pt x="908" y="662"/>
                    <a:pt x="935" y="2447"/>
                  </a:cubicBezTo>
                  <a:cubicBezTo>
                    <a:pt x="966" y="4232"/>
                    <a:pt x="1" y="5632"/>
                    <a:pt x="1" y="5632"/>
                  </a:cubicBezTo>
                  <a:lnTo>
                    <a:pt x="1" y="6672"/>
                  </a:lnTo>
                  <a:cubicBezTo>
                    <a:pt x="1" y="6672"/>
                    <a:pt x="1512" y="5355"/>
                    <a:pt x="1874" y="3393"/>
                  </a:cubicBezTo>
                  <a:cubicBezTo>
                    <a:pt x="2280" y="1174"/>
                    <a:pt x="1683" y="55"/>
                    <a:pt x="1683" y="55"/>
                  </a:cubicBezTo>
                  <a:cubicBezTo>
                    <a:pt x="1677" y="17"/>
                    <a:pt x="1587" y="1"/>
                    <a:pt x="1455" y="1"/>
                  </a:cubicBezTo>
                  <a:close/>
                </a:path>
              </a:pathLst>
            </a:custGeom>
            <a:solidFill>
              <a:srgbClr val="EA99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23"/>
            <p:cNvSpPr/>
            <p:nvPr/>
          </p:nvSpPr>
          <p:spPr>
            <a:xfrm>
              <a:off x="5017752" y="2518832"/>
              <a:ext cx="80395" cy="64871"/>
            </a:xfrm>
            <a:custGeom>
              <a:rect b="b" l="l" r="r" t="t"/>
              <a:pathLst>
                <a:path extrusionOk="0" h="1475" w="1828">
                  <a:moveTo>
                    <a:pt x="404" y="1"/>
                  </a:moveTo>
                  <a:cubicBezTo>
                    <a:pt x="166" y="1"/>
                    <a:pt x="0" y="54"/>
                    <a:pt x="0" y="54"/>
                  </a:cubicBezTo>
                  <a:cubicBezTo>
                    <a:pt x="994" y="290"/>
                    <a:pt x="1827" y="1474"/>
                    <a:pt x="1827" y="1474"/>
                  </a:cubicBezTo>
                  <a:cubicBezTo>
                    <a:pt x="1632" y="611"/>
                    <a:pt x="1079" y="167"/>
                    <a:pt x="1079" y="167"/>
                  </a:cubicBezTo>
                  <a:cubicBezTo>
                    <a:pt x="841" y="36"/>
                    <a:pt x="598" y="1"/>
                    <a:pt x="404" y="1"/>
                  </a:cubicBezTo>
                  <a:close/>
                </a:path>
              </a:pathLst>
            </a:custGeom>
            <a:solidFill>
              <a:srgbClr val="F4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23"/>
            <p:cNvSpPr/>
            <p:nvPr/>
          </p:nvSpPr>
          <p:spPr>
            <a:xfrm>
              <a:off x="4934324" y="2859669"/>
              <a:ext cx="99087" cy="59065"/>
            </a:xfrm>
            <a:custGeom>
              <a:rect b="b" l="l" r="r" t="t"/>
              <a:pathLst>
                <a:path extrusionOk="0" h="1343" w="2253">
                  <a:moveTo>
                    <a:pt x="379" y="0"/>
                  </a:moveTo>
                  <a:lnTo>
                    <a:pt x="0" y="1298"/>
                  </a:lnTo>
                  <a:cubicBezTo>
                    <a:pt x="157" y="1325"/>
                    <a:pt x="328" y="1342"/>
                    <a:pt x="512" y="1342"/>
                  </a:cubicBezTo>
                  <a:cubicBezTo>
                    <a:pt x="517" y="1342"/>
                    <a:pt x="521" y="1342"/>
                    <a:pt x="526" y="1342"/>
                  </a:cubicBezTo>
                  <a:cubicBezTo>
                    <a:pt x="1505" y="1342"/>
                    <a:pt x="2253" y="645"/>
                    <a:pt x="2184" y="417"/>
                  </a:cubicBezTo>
                  <a:cubicBezTo>
                    <a:pt x="2160" y="335"/>
                    <a:pt x="2102" y="311"/>
                    <a:pt x="2011" y="311"/>
                  </a:cubicBezTo>
                  <a:cubicBezTo>
                    <a:pt x="1891" y="311"/>
                    <a:pt x="1713" y="353"/>
                    <a:pt x="1480" y="353"/>
                  </a:cubicBezTo>
                  <a:cubicBezTo>
                    <a:pt x="1401" y="353"/>
                    <a:pt x="1317" y="348"/>
                    <a:pt x="1226" y="335"/>
                  </a:cubicBezTo>
                  <a:cubicBezTo>
                    <a:pt x="730" y="267"/>
                    <a:pt x="366" y="141"/>
                    <a:pt x="379" y="0"/>
                  </a:cubicBez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EFEFEF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4"/>
          <p:cNvSpPr txBox="1"/>
          <p:nvPr>
            <p:ph idx="7" type="subTitle"/>
          </p:nvPr>
        </p:nvSpPr>
        <p:spPr>
          <a:xfrm>
            <a:off x="1455675" y="1652213"/>
            <a:ext cx="2887500" cy="97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 final do segundo </a:t>
            </a:r>
            <a:r>
              <a:rPr lang="en"/>
              <a:t>período</a:t>
            </a:r>
            <a:r>
              <a:rPr lang="en"/>
              <a:t> foi nos solicitado um trabalho onde </a:t>
            </a:r>
            <a:r>
              <a:rPr lang="en"/>
              <a:t>fizéssemos</a:t>
            </a:r>
            <a:r>
              <a:rPr lang="en"/>
              <a:t> uma pesquisa e descrição de um </a:t>
            </a:r>
            <a:r>
              <a:rPr lang="en"/>
              <a:t>possível</a:t>
            </a:r>
            <a:r>
              <a:rPr lang="en"/>
              <a:t> tema para a nossa PAP então  tive de começar a procurar temas</a:t>
            </a:r>
            <a:endParaRPr/>
          </a:p>
        </p:txBody>
      </p:sp>
      <p:sp>
        <p:nvSpPr>
          <p:cNvPr id="191" name="Google Shape;191;p24"/>
          <p:cNvSpPr txBox="1"/>
          <p:nvPr>
            <p:ph idx="2" type="subTitle"/>
          </p:nvPr>
        </p:nvSpPr>
        <p:spPr>
          <a:xfrm>
            <a:off x="5207350" y="1491575"/>
            <a:ext cx="2385000" cy="26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E06666"/>
                </a:solidFill>
              </a:rPr>
              <a:t>cOMO PESQUISEI TEMAS?</a:t>
            </a:r>
            <a:endParaRPr>
              <a:solidFill>
                <a:srgbClr val="E06666"/>
              </a:solidFill>
            </a:endParaRPr>
          </a:p>
        </p:txBody>
      </p:sp>
      <p:sp>
        <p:nvSpPr>
          <p:cNvPr id="192" name="Google Shape;192;p24"/>
          <p:cNvSpPr txBox="1"/>
          <p:nvPr>
            <p:ph idx="3" type="subTitle"/>
          </p:nvPr>
        </p:nvSpPr>
        <p:spPr>
          <a:xfrm>
            <a:off x="5207350" y="1652200"/>
            <a:ext cx="2887500" cy="93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Inicialmente estava com poucas ideias, então decidi procurar dentro das coisas que gosto de fazer no caso seria ver Animes,  filmes, ouvir </a:t>
            </a:r>
            <a:r>
              <a:rPr lang="en"/>
              <a:t>música</a:t>
            </a:r>
            <a:r>
              <a:rPr lang="en"/>
              <a:t> ou Jogar</a:t>
            </a:r>
            <a:endParaRPr/>
          </a:p>
        </p:txBody>
      </p:sp>
      <p:sp>
        <p:nvSpPr>
          <p:cNvPr id="193" name="Google Shape;193;p24"/>
          <p:cNvSpPr txBox="1"/>
          <p:nvPr>
            <p:ph idx="8" type="subTitle"/>
          </p:nvPr>
        </p:nvSpPr>
        <p:spPr>
          <a:xfrm>
            <a:off x="1474700" y="2859050"/>
            <a:ext cx="2887500" cy="126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Assim que procurei dentro destes temas lembrei me que quando eu assisto animes ou </a:t>
            </a:r>
            <a:r>
              <a:rPr lang="en"/>
              <a:t>música</a:t>
            </a:r>
            <a:r>
              <a:rPr lang="en"/>
              <a:t> eu tenho um lugar onde possa guardar os meus favoritos e os que já vi ou ouvi e com base nisso apercebi me que não conheço muitos sites  assim relacionados com jogos</a:t>
            </a:r>
            <a:endParaRPr/>
          </a:p>
        </p:txBody>
      </p:sp>
      <p:sp>
        <p:nvSpPr>
          <p:cNvPr id="194" name="Google Shape;194;p24"/>
          <p:cNvSpPr txBox="1"/>
          <p:nvPr>
            <p:ph type="ctrTitle"/>
          </p:nvPr>
        </p:nvSpPr>
        <p:spPr>
          <a:xfrm>
            <a:off x="948600" y="360643"/>
            <a:ext cx="7264500" cy="50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E06666"/>
                </a:solidFill>
              </a:rPr>
              <a:t>Porquê este tema?</a:t>
            </a:r>
            <a:endParaRPr>
              <a:solidFill>
                <a:srgbClr val="E06666"/>
              </a:solidFill>
            </a:endParaRPr>
          </a:p>
        </p:txBody>
      </p:sp>
      <p:sp>
        <p:nvSpPr>
          <p:cNvPr id="195" name="Google Shape;195;p24"/>
          <p:cNvSpPr txBox="1"/>
          <p:nvPr>
            <p:ph idx="5" type="subTitle"/>
          </p:nvPr>
        </p:nvSpPr>
        <p:spPr>
          <a:xfrm>
            <a:off x="1474700" y="2678300"/>
            <a:ext cx="3116400" cy="30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E06666"/>
                </a:solidFill>
              </a:rPr>
              <a:t>Após de pesquisar </a:t>
            </a:r>
            <a:r>
              <a:rPr lang="en">
                <a:solidFill>
                  <a:srgbClr val="E06666"/>
                </a:solidFill>
              </a:rPr>
              <a:t>possíveis</a:t>
            </a:r>
            <a:r>
              <a:rPr lang="en">
                <a:solidFill>
                  <a:srgbClr val="E06666"/>
                </a:solidFill>
              </a:rPr>
              <a:t> temas</a:t>
            </a:r>
            <a:endParaRPr>
              <a:solidFill>
                <a:srgbClr val="E06666"/>
              </a:solidFill>
            </a:endParaRPr>
          </a:p>
        </p:txBody>
      </p:sp>
      <p:sp>
        <p:nvSpPr>
          <p:cNvPr id="196" name="Google Shape;196;p24"/>
          <p:cNvSpPr txBox="1"/>
          <p:nvPr>
            <p:ph idx="6" type="subTitle"/>
          </p:nvPr>
        </p:nvSpPr>
        <p:spPr>
          <a:xfrm>
            <a:off x="1455675" y="1491588"/>
            <a:ext cx="2734200" cy="26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E06666"/>
                </a:solidFill>
              </a:rPr>
              <a:t>Porque comecei a procurar?</a:t>
            </a:r>
            <a:endParaRPr>
              <a:solidFill>
                <a:srgbClr val="E06666"/>
              </a:solidFill>
            </a:endParaRPr>
          </a:p>
        </p:txBody>
      </p:sp>
      <p:grpSp>
        <p:nvGrpSpPr>
          <p:cNvPr id="197" name="Google Shape;197;p24"/>
          <p:cNvGrpSpPr/>
          <p:nvPr/>
        </p:nvGrpSpPr>
        <p:grpSpPr>
          <a:xfrm flipH="1">
            <a:off x="-52554" y="3565861"/>
            <a:ext cx="1082306" cy="1559420"/>
            <a:chOff x="5746200" y="-125075"/>
            <a:chExt cx="337125" cy="485725"/>
          </a:xfrm>
        </p:grpSpPr>
        <p:sp>
          <p:nvSpPr>
            <p:cNvPr id="198" name="Google Shape;198;p24"/>
            <p:cNvSpPr/>
            <p:nvPr/>
          </p:nvSpPr>
          <p:spPr>
            <a:xfrm>
              <a:off x="5834100" y="-125075"/>
              <a:ext cx="249225" cy="261950"/>
            </a:xfrm>
            <a:custGeom>
              <a:rect b="b" l="l" r="r" t="t"/>
              <a:pathLst>
                <a:path extrusionOk="0" h="10478" w="9969">
                  <a:moveTo>
                    <a:pt x="3223" y="1"/>
                  </a:moveTo>
                  <a:cubicBezTo>
                    <a:pt x="2651" y="1"/>
                    <a:pt x="2118" y="114"/>
                    <a:pt x="1653" y="309"/>
                  </a:cubicBezTo>
                  <a:cubicBezTo>
                    <a:pt x="1" y="1002"/>
                    <a:pt x="340" y="2699"/>
                    <a:pt x="2374" y="3715"/>
                  </a:cubicBezTo>
                  <a:cubicBezTo>
                    <a:pt x="4407" y="4732"/>
                    <a:pt x="6936" y="6510"/>
                    <a:pt x="7541" y="9750"/>
                  </a:cubicBezTo>
                  <a:lnTo>
                    <a:pt x="9673" y="10477"/>
                  </a:lnTo>
                  <a:cubicBezTo>
                    <a:pt x="9744" y="10447"/>
                    <a:pt x="9969" y="5626"/>
                    <a:pt x="7895" y="2783"/>
                  </a:cubicBezTo>
                  <a:cubicBezTo>
                    <a:pt x="6405" y="743"/>
                    <a:pt x="4686" y="1"/>
                    <a:pt x="3223" y="1"/>
                  </a:cubicBezTo>
                  <a:close/>
                </a:path>
              </a:pathLst>
            </a:custGeom>
            <a:solidFill>
              <a:srgbClr val="EA99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24"/>
            <p:cNvSpPr/>
            <p:nvPr/>
          </p:nvSpPr>
          <p:spPr>
            <a:xfrm>
              <a:off x="5896575" y="-107050"/>
              <a:ext cx="164425" cy="208550"/>
            </a:xfrm>
            <a:custGeom>
              <a:rect b="b" l="l" r="r" t="t"/>
              <a:pathLst>
                <a:path extrusionOk="0" h="8342" w="6577">
                  <a:moveTo>
                    <a:pt x="174" y="1"/>
                  </a:moveTo>
                  <a:cubicBezTo>
                    <a:pt x="102" y="1"/>
                    <a:pt x="38" y="49"/>
                    <a:pt x="21" y="118"/>
                  </a:cubicBezTo>
                  <a:cubicBezTo>
                    <a:pt x="0" y="200"/>
                    <a:pt x="52" y="284"/>
                    <a:pt x="133" y="305"/>
                  </a:cubicBezTo>
                  <a:cubicBezTo>
                    <a:pt x="2584" y="917"/>
                    <a:pt x="5478" y="3317"/>
                    <a:pt x="6256" y="8213"/>
                  </a:cubicBezTo>
                  <a:cubicBezTo>
                    <a:pt x="6270" y="8287"/>
                    <a:pt x="6335" y="8342"/>
                    <a:pt x="6409" y="8342"/>
                  </a:cubicBezTo>
                  <a:lnTo>
                    <a:pt x="6433" y="8342"/>
                  </a:lnTo>
                  <a:cubicBezTo>
                    <a:pt x="6518" y="8328"/>
                    <a:pt x="6576" y="8247"/>
                    <a:pt x="6562" y="8162"/>
                  </a:cubicBezTo>
                  <a:cubicBezTo>
                    <a:pt x="5760" y="3120"/>
                    <a:pt x="2754" y="642"/>
                    <a:pt x="212" y="5"/>
                  </a:cubicBezTo>
                  <a:cubicBezTo>
                    <a:pt x="199" y="2"/>
                    <a:pt x="186" y="1"/>
                    <a:pt x="1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24"/>
            <p:cNvSpPr/>
            <p:nvPr/>
          </p:nvSpPr>
          <p:spPr>
            <a:xfrm>
              <a:off x="5746200" y="18375"/>
              <a:ext cx="331275" cy="342275"/>
            </a:xfrm>
            <a:custGeom>
              <a:rect b="b" l="l" r="r" t="t"/>
              <a:pathLst>
                <a:path extrusionOk="0" h="13691" w="13251">
                  <a:moveTo>
                    <a:pt x="3906" y="0"/>
                  </a:moveTo>
                  <a:cubicBezTo>
                    <a:pt x="3211" y="0"/>
                    <a:pt x="2518" y="119"/>
                    <a:pt x="1861" y="381"/>
                  </a:cubicBezTo>
                  <a:cubicBezTo>
                    <a:pt x="1" y="1125"/>
                    <a:pt x="1021" y="2893"/>
                    <a:pt x="2867" y="3474"/>
                  </a:cubicBezTo>
                  <a:cubicBezTo>
                    <a:pt x="4931" y="4121"/>
                    <a:pt x="5339" y="4756"/>
                    <a:pt x="5607" y="5820"/>
                  </a:cubicBezTo>
                  <a:cubicBezTo>
                    <a:pt x="5832" y="6701"/>
                    <a:pt x="5342" y="8496"/>
                    <a:pt x="5828" y="9822"/>
                  </a:cubicBezTo>
                  <a:cubicBezTo>
                    <a:pt x="6312" y="11148"/>
                    <a:pt x="8140" y="11301"/>
                    <a:pt x="9708" y="11444"/>
                  </a:cubicBezTo>
                  <a:cubicBezTo>
                    <a:pt x="11217" y="11580"/>
                    <a:pt x="12499" y="12420"/>
                    <a:pt x="12811" y="13691"/>
                  </a:cubicBezTo>
                  <a:cubicBezTo>
                    <a:pt x="12832" y="13229"/>
                    <a:pt x="12849" y="12770"/>
                    <a:pt x="12866" y="12307"/>
                  </a:cubicBezTo>
                  <a:cubicBezTo>
                    <a:pt x="12927" y="10645"/>
                    <a:pt x="12992" y="8982"/>
                    <a:pt x="13053" y="7320"/>
                  </a:cubicBezTo>
                  <a:cubicBezTo>
                    <a:pt x="13081" y="6555"/>
                    <a:pt x="13111" y="5790"/>
                    <a:pt x="13138" y="5025"/>
                  </a:cubicBezTo>
                  <a:cubicBezTo>
                    <a:pt x="13169" y="4267"/>
                    <a:pt x="13250" y="3485"/>
                    <a:pt x="12880" y="2791"/>
                  </a:cubicBezTo>
                  <a:cubicBezTo>
                    <a:pt x="12353" y="1802"/>
                    <a:pt x="11350" y="1037"/>
                    <a:pt x="10231" y="965"/>
                  </a:cubicBezTo>
                  <a:cubicBezTo>
                    <a:pt x="10189" y="962"/>
                    <a:pt x="10147" y="961"/>
                    <a:pt x="10105" y="961"/>
                  </a:cubicBezTo>
                  <a:cubicBezTo>
                    <a:pt x="9932" y="961"/>
                    <a:pt x="9758" y="984"/>
                    <a:pt x="9585" y="1006"/>
                  </a:cubicBezTo>
                  <a:cubicBezTo>
                    <a:pt x="9410" y="1031"/>
                    <a:pt x="9237" y="1056"/>
                    <a:pt x="9062" y="1056"/>
                  </a:cubicBezTo>
                  <a:cubicBezTo>
                    <a:pt x="9020" y="1056"/>
                    <a:pt x="8978" y="1054"/>
                    <a:pt x="8936" y="1051"/>
                  </a:cubicBezTo>
                  <a:cubicBezTo>
                    <a:pt x="8576" y="1026"/>
                    <a:pt x="8191" y="976"/>
                    <a:pt x="7831" y="898"/>
                  </a:cubicBezTo>
                  <a:cubicBezTo>
                    <a:pt x="7046" y="728"/>
                    <a:pt x="6301" y="405"/>
                    <a:pt x="5522" y="207"/>
                  </a:cubicBezTo>
                  <a:cubicBezTo>
                    <a:pt x="4993" y="73"/>
                    <a:pt x="4449" y="0"/>
                    <a:pt x="3906" y="0"/>
                  </a:cubicBezTo>
                  <a:close/>
                </a:path>
              </a:pathLst>
            </a:custGeom>
            <a:solidFill>
              <a:srgbClr val="EA99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24"/>
            <p:cNvSpPr/>
            <p:nvPr/>
          </p:nvSpPr>
          <p:spPr>
            <a:xfrm>
              <a:off x="5822900" y="42200"/>
              <a:ext cx="248025" cy="210700"/>
            </a:xfrm>
            <a:custGeom>
              <a:rect b="b" l="l" r="r" t="t"/>
              <a:pathLst>
                <a:path extrusionOk="0" h="8428" w="9921">
                  <a:moveTo>
                    <a:pt x="160" y="0"/>
                  </a:moveTo>
                  <a:cubicBezTo>
                    <a:pt x="84" y="0"/>
                    <a:pt x="20" y="58"/>
                    <a:pt x="10" y="135"/>
                  </a:cubicBezTo>
                  <a:cubicBezTo>
                    <a:pt x="0" y="220"/>
                    <a:pt x="61" y="298"/>
                    <a:pt x="146" y="308"/>
                  </a:cubicBezTo>
                  <a:cubicBezTo>
                    <a:pt x="2139" y="543"/>
                    <a:pt x="8132" y="4239"/>
                    <a:pt x="9601" y="8325"/>
                  </a:cubicBezTo>
                  <a:cubicBezTo>
                    <a:pt x="9621" y="8386"/>
                    <a:pt x="9682" y="8427"/>
                    <a:pt x="9743" y="8427"/>
                  </a:cubicBezTo>
                  <a:cubicBezTo>
                    <a:pt x="9764" y="8427"/>
                    <a:pt x="9781" y="8424"/>
                    <a:pt x="9798" y="8417"/>
                  </a:cubicBezTo>
                  <a:cubicBezTo>
                    <a:pt x="9880" y="8390"/>
                    <a:pt x="9920" y="8302"/>
                    <a:pt x="9890" y="8220"/>
                  </a:cubicBezTo>
                  <a:cubicBezTo>
                    <a:pt x="8387" y="4031"/>
                    <a:pt x="2230" y="244"/>
                    <a:pt x="184" y="2"/>
                  </a:cubicBezTo>
                  <a:cubicBezTo>
                    <a:pt x="176" y="1"/>
                    <a:pt x="168" y="0"/>
                    <a:pt x="1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24"/>
            <p:cNvSpPr/>
            <p:nvPr/>
          </p:nvSpPr>
          <p:spPr>
            <a:xfrm>
              <a:off x="6009450" y="71800"/>
              <a:ext cx="26375" cy="97400"/>
            </a:xfrm>
            <a:custGeom>
              <a:rect b="b" l="l" r="r" t="t"/>
              <a:pathLst>
                <a:path extrusionOk="0" h="3896" w="1055">
                  <a:moveTo>
                    <a:pt x="533" y="0"/>
                  </a:moveTo>
                  <a:cubicBezTo>
                    <a:pt x="521" y="0"/>
                    <a:pt x="509" y="2"/>
                    <a:pt x="497" y="5"/>
                  </a:cubicBezTo>
                  <a:cubicBezTo>
                    <a:pt x="412" y="29"/>
                    <a:pt x="364" y="113"/>
                    <a:pt x="384" y="195"/>
                  </a:cubicBezTo>
                  <a:cubicBezTo>
                    <a:pt x="388" y="209"/>
                    <a:pt x="731" y="1623"/>
                    <a:pt x="28" y="3691"/>
                  </a:cubicBezTo>
                  <a:cubicBezTo>
                    <a:pt x="1" y="3772"/>
                    <a:pt x="45" y="3857"/>
                    <a:pt x="126" y="3887"/>
                  </a:cubicBezTo>
                  <a:cubicBezTo>
                    <a:pt x="136" y="3891"/>
                    <a:pt x="150" y="3891"/>
                    <a:pt x="160" y="3895"/>
                  </a:cubicBezTo>
                  <a:cubicBezTo>
                    <a:pt x="165" y="3895"/>
                    <a:pt x="170" y="3895"/>
                    <a:pt x="175" y="3895"/>
                  </a:cubicBezTo>
                  <a:cubicBezTo>
                    <a:pt x="241" y="3895"/>
                    <a:pt x="301" y="3855"/>
                    <a:pt x="323" y="3789"/>
                  </a:cubicBezTo>
                  <a:cubicBezTo>
                    <a:pt x="1054" y="1627"/>
                    <a:pt x="701" y="179"/>
                    <a:pt x="684" y="117"/>
                  </a:cubicBezTo>
                  <a:cubicBezTo>
                    <a:pt x="666" y="48"/>
                    <a:pt x="602" y="0"/>
                    <a:pt x="53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24"/>
            <p:cNvSpPr/>
            <p:nvPr/>
          </p:nvSpPr>
          <p:spPr>
            <a:xfrm>
              <a:off x="5954025" y="213800"/>
              <a:ext cx="107200" cy="16900"/>
            </a:xfrm>
            <a:custGeom>
              <a:rect b="b" l="l" r="r" t="t"/>
              <a:pathLst>
                <a:path extrusionOk="0" h="676" w="4288">
                  <a:moveTo>
                    <a:pt x="2103" y="1"/>
                  </a:moveTo>
                  <a:cubicBezTo>
                    <a:pt x="1103" y="1"/>
                    <a:pt x="205" y="161"/>
                    <a:pt x="140" y="173"/>
                  </a:cubicBezTo>
                  <a:cubicBezTo>
                    <a:pt x="59" y="186"/>
                    <a:pt x="1" y="267"/>
                    <a:pt x="18" y="353"/>
                  </a:cubicBezTo>
                  <a:cubicBezTo>
                    <a:pt x="30" y="425"/>
                    <a:pt x="95" y="478"/>
                    <a:pt x="169" y="478"/>
                  </a:cubicBezTo>
                  <a:cubicBezTo>
                    <a:pt x="179" y="478"/>
                    <a:pt x="188" y="477"/>
                    <a:pt x="198" y="476"/>
                  </a:cubicBezTo>
                  <a:cubicBezTo>
                    <a:pt x="212" y="473"/>
                    <a:pt x="1122" y="311"/>
                    <a:pt x="2114" y="311"/>
                  </a:cubicBezTo>
                  <a:cubicBezTo>
                    <a:pt x="2807" y="311"/>
                    <a:pt x="3541" y="390"/>
                    <a:pt x="4037" y="659"/>
                  </a:cubicBezTo>
                  <a:cubicBezTo>
                    <a:pt x="4060" y="672"/>
                    <a:pt x="4087" y="675"/>
                    <a:pt x="4111" y="675"/>
                  </a:cubicBezTo>
                  <a:cubicBezTo>
                    <a:pt x="4165" y="675"/>
                    <a:pt x="4220" y="648"/>
                    <a:pt x="4247" y="598"/>
                  </a:cubicBezTo>
                  <a:cubicBezTo>
                    <a:pt x="4288" y="523"/>
                    <a:pt x="4261" y="427"/>
                    <a:pt x="4186" y="387"/>
                  </a:cubicBezTo>
                  <a:cubicBezTo>
                    <a:pt x="3633" y="88"/>
                    <a:pt x="2841" y="1"/>
                    <a:pt x="210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24"/>
            <p:cNvSpPr/>
            <p:nvPr/>
          </p:nvSpPr>
          <p:spPr>
            <a:xfrm>
              <a:off x="5822900" y="42200"/>
              <a:ext cx="248025" cy="210700"/>
            </a:xfrm>
            <a:custGeom>
              <a:rect b="b" l="l" r="r" t="t"/>
              <a:pathLst>
                <a:path extrusionOk="0" h="8428" w="9921">
                  <a:moveTo>
                    <a:pt x="160" y="0"/>
                  </a:moveTo>
                  <a:cubicBezTo>
                    <a:pt x="84" y="0"/>
                    <a:pt x="20" y="58"/>
                    <a:pt x="10" y="135"/>
                  </a:cubicBezTo>
                  <a:cubicBezTo>
                    <a:pt x="0" y="220"/>
                    <a:pt x="61" y="298"/>
                    <a:pt x="146" y="308"/>
                  </a:cubicBezTo>
                  <a:cubicBezTo>
                    <a:pt x="2139" y="543"/>
                    <a:pt x="8132" y="4239"/>
                    <a:pt x="9601" y="8325"/>
                  </a:cubicBezTo>
                  <a:cubicBezTo>
                    <a:pt x="9621" y="8386"/>
                    <a:pt x="9682" y="8427"/>
                    <a:pt x="9743" y="8427"/>
                  </a:cubicBezTo>
                  <a:cubicBezTo>
                    <a:pt x="9764" y="8427"/>
                    <a:pt x="9781" y="8424"/>
                    <a:pt x="9798" y="8417"/>
                  </a:cubicBezTo>
                  <a:cubicBezTo>
                    <a:pt x="9880" y="8390"/>
                    <a:pt x="9920" y="8302"/>
                    <a:pt x="9890" y="8220"/>
                  </a:cubicBezTo>
                  <a:cubicBezTo>
                    <a:pt x="8387" y="4031"/>
                    <a:pt x="2230" y="244"/>
                    <a:pt x="184" y="2"/>
                  </a:cubicBezTo>
                  <a:cubicBezTo>
                    <a:pt x="176" y="1"/>
                    <a:pt x="168" y="0"/>
                    <a:pt x="1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24"/>
            <p:cNvSpPr/>
            <p:nvPr/>
          </p:nvSpPr>
          <p:spPr>
            <a:xfrm>
              <a:off x="6009450" y="71800"/>
              <a:ext cx="26375" cy="97400"/>
            </a:xfrm>
            <a:custGeom>
              <a:rect b="b" l="l" r="r" t="t"/>
              <a:pathLst>
                <a:path extrusionOk="0" h="3896" w="1055">
                  <a:moveTo>
                    <a:pt x="533" y="0"/>
                  </a:moveTo>
                  <a:cubicBezTo>
                    <a:pt x="521" y="0"/>
                    <a:pt x="509" y="2"/>
                    <a:pt x="497" y="5"/>
                  </a:cubicBezTo>
                  <a:cubicBezTo>
                    <a:pt x="412" y="29"/>
                    <a:pt x="364" y="113"/>
                    <a:pt x="384" y="195"/>
                  </a:cubicBezTo>
                  <a:cubicBezTo>
                    <a:pt x="388" y="209"/>
                    <a:pt x="731" y="1623"/>
                    <a:pt x="28" y="3691"/>
                  </a:cubicBezTo>
                  <a:cubicBezTo>
                    <a:pt x="1" y="3772"/>
                    <a:pt x="45" y="3857"/>
                    <a:pt x="126" y="3887"/>
                  </a:cubicBezTo>
                  <a:cubicBezTo>
                    <a:pt x="136" y="3891"/>
                    <a:pt x="150" y="3891"/>
                    <a:pt x="160" y="3895"/>
                  </a:cubicBezTo>
                  <a:cubicBezTo>
                    <a:pt x="165" y="3895"/>
                    <a:pt x="170" y="3895"/>
                    <a:pt x="175" y="3895"/>
                  </a:cubicBezTo>
                  <a:cubicBezTo>
                    <a:pt x="241" y="3895"/>
                    <a:pt x="301" y="3855"/>
                    <a:pt x="323" y="3789"/>
                  </a:cubicBezTo>
                  <a:cubicBezTo>
                    <a:pt x="1054" y="1627"/>
                    <a:pt x="701" y="179"/>
                    <a:pt x="684" y="117"/>
                  </a:cubicBezTo>
                  <a:cubicBezTo>
                    <a:pt x="666" y="48"/>
                    <a:pt x="602" y="0"/>
                    <a:pt x="53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24"/>
            <p:cNvSpPr/>
            <p:nvPr/>
          </p:nvSpPr>
          <p:spPr>
            <a:xfrm>
              <a:off x="5954025" y="213800"/>
              <a:ext cx="107200" cy="16900"/>
            </a:xfrm>
            <a:custGeom>
              <a:rect b="b" l="l" r="r" t="t"/>
              <a:pathLst>
                <a:path extrusionOk="0" h="676" w="4288">
                  <a:moveTo>
                    <a:pt x="2103" y="1"/>
                  </a:moveTo>
                  <a:cubicBezTo>
                    <a:pt x="1103" y="1"/>
                    <a:pt x="205" y="161"/>
                    <a:pt x="140" y="173"/>
                  </a:cubicBezTo>
                  <a:cubicBezTo>
                    <a:pt x="59" y="186"/>
                    <a:pt x="1" y="267"/>
                    <a:pt x="18" y="353"/>
                  </a:cubicBezTo>
                  <a:cubicBezTo>
                    <a:pt x="30" y="425"/>
                    <a:pt x="95" y="478"/>
                    <a:pt x="169" y="478"/>
                  </a:cubicBezTo>
                  <a:cubicBezTo>
                    <a:pt x="179" y="478"/>
                    <a:pt x="188" y="477"/>
                    <a:pt x="198" y="476"/>
                  </a:cubicBezTo>
                  <a:cubicBezTo>
                    <a:pt x="212" y="473"/>
                    <a:pt x="1122" y="311"/>
                    <a:pt x="2114" y="311"/>
                  </a:cubicBezTo>
                  <a:cubicBezTo>
                    <a:pt x="2807" y="311"/>
                    <a:pt x="3541" y="390"/>
                    <a:pt x="4037" y="659"/>
                  </a:cubicBezTo>
                  <a:cubicBezTo>
                    <a:pt x="4060" y="672"/>
                    <a:pt x="4087" y="675"/>
                    <a:pt x="4111" y="675"/>
                  </a:cubicBezTo>
                  <a:cubicBezTo>
                    <a:pt x="4165" y="675"/>
                    <a:pt x="4220" y="648"/>
                    <a:pt x="4247" y="598"/>
                  </a:cubicBezTo>
                  <a:cubicBezTo>
                    <a:pt x="4288" y="523"/>
                    <a:pt x="4261" y="427"/>
                    <a:pt x="4186" y="387"/>
                  </a:cubicBezTo>
                  <a:cubicBezTo>
                    <a:pt x="3633" y="88"/>
                    <a:pt x="2841" y="1"/>
                    <a:pt x="210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207" name="Google Shape;20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07349" y="2720300"/>
            <a:ext cx="3347350" cy="1631475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4"/>
          <p:cNvSpPr txBox="1"/>
          <p:nvPr/>
        </p:nvSpPr>
        <p:spPr>
          <a:xfrm>
            <a:off x="5207325" y="4417175"/>
            <a:ext cx="3347400" cy="3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Dosis ExtraLight"/>
                <a:ea typeface="Dosis ExtraLight"/>
                <a:cs typeface="Dosis ExtraLight"/>
                <a:sym typeface="Dosis ExtraLight"/>
              </a:rPr>
              <a:t>Site onde ajudou me a surgir com esta ideia</a:t>
            </a:r>
            <a:br>
              <a:rPr lang="en">
                <a:latin typeface="Dosis ExtraLight"/>
                <a:ea typeface="Dosis ExtraLight"/>
                <a:cs typeface="Dosis ExtraLight"/>
                <a:sym typeface="Dosis ExtraLight"/>
              </a:rPr>
            </a:br>
            <a:r>
              <a:rPr lang="en">
                <a:latin typeface="Dosis ExtraLight"/>
                <a:ea typeface="Dosis ExtraLight"/>
                <a:cs typeface="Dosis ExtraLight"/>
                <a:sym typeface="Dosis ExtraLight"/>
              </a:rPr>
              <a:t>“Myanimelist”</a:t>
            </a:r>
            <a:endParaRPr>
              <a:latin typeface="Dosis ExtraLight"/>
              <a:ea typeface="Dosis ExtraLight"/>
              <a:cs typeface="Dosis ExtraLight"/>
              <a:sym typeface="Dosis ExtraLigh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EFEFEF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5"/>
          <p:cNvSpPr txBox="1"/>
          <p:nvPr>
            <p:ph type="title"/>
          </p:nvPr>
        </p:nvSpPr>
        <p:spPr>
          <a:xfrm flipH="1">
            <a:off x="4321203" y="1666525"/>
            <a:ext cx="3966600" cy="89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E06666"/>
                </a:solidFill>
              </a:rPr>
              <a:t>Porquê  usar este site?</a:t>
            </a:r>
            <a:endParaRPr>
              <a:solidFill>
                <a:srgbClr val="E06666"/>
              </a:solidFill>
            </a:endParaRPr>
          </a:p>
        </p:txBody>
      </p:sp>
      <p:sp>
        <p:nvSpPr>
          <p:cNvPr id="214" name="Google Shape;214;p25"/>
          <p:cNvSpPr txBox="1"/>
          <p:nvPr>
            <p:ph idx="1" type="subTitle"/>
          </p:nvPr>
        </p:nvSpPr>
        <p:spPr>
          <a:xfrm>
            <a:off x="5219100" y="2760775"/>
            <a:ext cx="3438000" cy="117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Quando um utilizador quer guardar os jogos que </a:t>
            </a:r>
            <a:r>
              <a:rPr lang="en"/>
              <a:t>já</a:t>
            </a:r>
            <a:r>
              <a:rPr lang="en"/>
              <a:t> jogou como forma de lembrança, desafio ou outro motivo ou um utilizador que queira descobrir jogos e guardar os quais </a:t>
            </a:r>
            <a:r>
              <a:rPr lang="en"/>
              <a:t>está</a:t>
            </a:r>
            <a:r>
              <a:rPr lang="en"/>
              <a:t> interessado ele pode usar este site, que não </a:t>
            </a:r>
            <a:r>
              <a:rPr lang="en"/>
              <a:t>só</a:t>
            </a:r>
            <a:r>
              <a:rPr lang="en"/>
              <a:t> facilita na forma de guardar os jogos na sua lista de favoritos como </a:t>
            </a:r>
            <a:r>
              <a:rPr lang="en"/>
              <a:t>também</a:t>
            </a:r>
            <a:r>
              <a:rPr lang="en"/>
              <a:t> permite o utilizador </a:t>
            </a:r>
            <a:r>
              <a:rPr lang="en"/>
              <a:t>sugerir</a:t>
            </a:r>
            <a:r>
              <a:rPr lang="en"/>
              <a:t> jogos se não estiverem no sistema</a:t>
            </a:r>
            <a:endParaRPr/>
          </a:p>
        </p:txBody>
      </p:sp>
      <p:sp>
        <p:nvSpPr>
          <p:cNvPr id="215" name="Google Shape;215;p25"/>
          <p:cNvSpPr/>
          <p:nvPr/>
        </p:nvSpPr>
        <p:spPr>
          <a:xfrm rot="-1075182">
            <a:off x="3295807" y="2629576"/>
            <a:ext cx="587114" cy="249966"/>
          </a:xfrm>
          <a:custGeom>
            <a:rect b="b" l="l" r="r" t="t"/>
            <a:pathLst>
              <a:path extrusionOk="0" h="54763" w="109482">
                <a:moveTo>
                  <a:pt x="54738" y="1"/>
                </a:moveTo>
                <a:cubicBezTo>
                  <a:pt x="41976" y="1"/>
                  <a:pt x="29213" y="2674"/>
                  <a:pt x="19475" y="8019"/>
                </a:cubicBezTo>
                <a:cubicBezTo>
                  <a:pt x="1" y="18715"/>
                  <a:pt x="1" y="36051"/>
                  <a:pt x="19475" y="46743"/>
                </a:cubicBezTo>
                <a:cubicBezTo>
                  <a:pt x="29214" y="52089"/>
                  <a:pt x="41978" y="54762"/>
                  <a:pt x="54741" y="54762"/>
                </a:cubicBezTo>
                <a:cubicBezTo>
                  <a:pt x="67504" y="54762"/>
                  <a:pt x="80267" y="52089"/>
                  <a:pt x="90004" y="46743"/>
                </a:cubicBezTo>
                <a:cubicBezTo>
                  <a:pt x="109481" y="36051"/>
                  <a:pt x="109481" y="18715"/>
                  <a:pt x="90004" y="8023"/>
                </a:cubicBezTo>
                <a:cubicBezTo>
                  <a:pt x="80266" y="2675"/>
                  <a:pt x="67502" y="1"/>
                  <a:pt x="54738" y="1"/>
                </a:cubicBezTo>
                <a:close/>
              </a:path>
            </a:pathLst>
          </a:custGeom>
          <a:solidFill>
            <a:srgbClr val="000000">
              <a:alpha val="321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5"/>
          <p:cNvSpPr/>
          <p:nvPr/>
        </p:nvSpPr>
        <p:spPr>
          <a:xfrm>
            <a:off x="3024113" y="2728283"/>
            <a:ext cx="68765" cy="176378"/>
          </a:xfrm>
          <a:custGeom>
            <a:rect b="b" l="l" r="r" t="t"/>
            <a:pathLst>
              <a:path extrusionOk="0" h="4127" w="1609">
                <a:moveTo>
                  <a:pt x="881" y="1"/>
                </a:moveTo>
                <a:cubicBezTo>
                  <a:pt x="854" y="1"/>
                  <a:pt x="822" y="10"/>
                  <a:pt x="790" y="29"/>
                </a:cubicBezTo>
                <a:cubicBezTo>
                  <a:pt x="677" y="94"/>
                  <a:pt x="589" y="250"/>
                  <a:pt x="589" y="375"/>
                </a:cubicBezTo>
                <a:lnTo>
                  <a:pt x="589" y="604"/>
                </a:lnTo>
                <a:cubicBezTo>
                  <a:pt x="242" y="882"/>
                  <a:pt x="27" y="1314"/>
                  <a:pt x="27" y="1855"/>
                </a:cubicBezTo>
                <a:cubicBezTo>
                  <a:pt x="27" y="2365"/>
                  <a:pt x="214" y="2479"/>
                  <a:pt x="438" y="2479"/>
                </a:cubicBezTo>
                <a:cubicBezTo>
                  <a:pt x="478" y="2479"/>
                  <a:pt x="519" y="2476"/>
                  <a:pt x="561" y="2470"/>
                </a:cubicBezTo>
                <a:cubicBezTo>
                  <a:pt x="686" y="2452"/>
                  <a:pt x="805" y="2415"/>
                  <a:pt x="894" y="2415"/>
                </a:cubicBezTo>
                <a:cubicBezTo>
                  <a:pt x="989" y="2415"/>
                  <a:pt x="1051" y="2457"/>
                  <a:pt x="1051" y="2610"/>
                </a:cubicBezTo>
                <a:cubicBezTo>
                  <a:pt x="1051" y="2790"/>
                  <a:pt x="959" y="2925"/>
                  <a:pt x="826" y="3000"/>
                </a:cubicBezTo>
                <a:cubicBezTo>
                  <a:pt x="776" y="3029"/>
                  <a:pt x="734" y="3041"/>
                  <a:pt x="698" y="3041"/>
                </a:cubicBezTo>
                <a:cubicBezTo>
                  <a:pt x="660" y="3041"/>
                  <a:pt x="630" y="3028"/>
                  <a:pt x="606" y="3007"/>
                </a:cubicBezTo>
                <a:cubicBezTo>
                  <a:pt x="559" y="2965"/>
                  <a:pt x="509" y="2939"/>
                  <a:pt x="455" y="2939"/>
                </a:cubicBezTo>
                <a:cubicBezTo>
                  <a:pt x="396" y="2939"/>
                  <a:pt x="332" y="2970"/>
                  <a:pt x="259" y="3044"/>
                </a:cubicBezTo>
                <a:cubicBezTo>
                  <a:pt x="116" y="3184"/>
                  <a:pt x="1" y="3487"/>
                  <a:pt x="126" y="3656"/>
                </a:cubicBezTo>
                <a:cubicBezTo>
                  <a:pt x="202" y="3757"/>
                  <a:pt x="300" y="3797"/>
                  <a:pt x="408" y="3797"/>
                </a:cubicBezTo>
                <a:cubicBezTo>
                  <a:pt x="476" y="3797"/>
                  <a:pt x="547" y="3781"/>
                  <a:pt x="619" y="3755"/>
                </a:cubicBezTo>
                <a:lnTo>
                  <a:pt x="619" y="3986"/>
                </a:lnTo>
                <a:cubicBezTo>
                  <a:pt x="619" y="4075"/>
                  <a:pt x="665" y="4127"/>
                  <a:pt x="730" y="4127"/>
                </a:cubicBezTo>
                <a:cubicBezTo>
                  <a:pt x="757" y="4127"/>
                  <a:pt x="788" y="4118"/>
                  <a:pt x="820" y="4099"/>
                </a:cubicBezTo>
                <a:cubicBezTo>
                  <a:pt x="932" y="4034"/>
                  <a:pt x="1020" y="3881"/>
                  <a:pt x="1020" y="3755"/>
                </a:cubicBezTo>
                <a:lnTo>
                  <a:pt x="1020" y="3524"/>
                </a:lnTo>
                <a:cubicBezTo>
                  <a:pt x="1371" y="3242"/>
                  <a:pt x="1609" y="2787"/>
                  <a:pt x="1609" y="2236"/>
                </a:cubicBezTo>
                <a:cubicBezTo>
                  <a:pt x="1609" y="1734"/>
                  <a:pt x="1414" y="1630"/>
                  <a:pt x="1197" y="1630"/>
                </a:cubicBezTo>
                <a:cubicBezTo>
                  <a:pt x="1117" y="1630"/>
                  <a:pt x="1034" y="1644"/>
                  <a:pt x="956" y="1657"/>
                </a:cubicBezTo>
                <a:cubicBezTo>
                  <a:pt x="855" y="1676"/>
                  <a:pt x="774" y="1692"/>
                  <a:pt x="712" y="1692"/>
                </a:cubicBezTo>
                <a:cubicBezTo>
                  <a:pt x="608" y="1692"/>
                  <a:pt x="558" y="1648"/>
                  <a:pt x="558" y="1505"/>
                </a:cubicBezTo>
                <a:cubicBezTo>
                  <a:pt x="558" y="1368"/>
                  <a:pt x="619" y="1216"/>
                  <a:pt x="790" y="1117"/>
                </a:cubicBezTo>
                <a:cubicBezTo>
                  <a:pt x="845" y="1086"/>
                  <a:pt x="895" y="1071"/>
                  <a:pt x="936" y="1071"/>
                </a:cubicBezTo>
                <a:cubicBezTo>
                  <a:pt x="958" y="1071"/>
                  <a:pt x="977" y="1075"/>
                  <a:pt x="994" y="1083"/>
                </a:cubicBezTo>
                <a:cubicBezTo>
                  <a:pt x="1042" y="1107"/>
                  <a:pt x="1090" y="1125"/>
                  <a:pt x="1139" y="1125"/>
                </a:cubicBezTo>
                <a:cubicBezTo>
                  <a:pt x="1200" y="1125"/>
                  <a:pt x="1265" y="1098"/>
                  <a:pt x="1340" y="1025"/>
                </a:cubicBezTo>
                <a:cubicBezTo>
                  <a:pt x="1476" y="890"/>
                  <a:pt x="1575" y="587"/>
                  <a:pt x="1425" y="437"/>
                </a:cubicBezTo>
                <a:cubicBezTo>
                  <a:pt x="1359" y="371"/>
                  <a:pt x="1278" y="338"/>
                  <a:pt x="1182" y="338"/>
                </a:cubicBezTo>
                <a:cubicBezTo>
                  <a:pt x="1125" y="338"/>
                  <a:pt x="1062" y="349"/>
                  <a:pt x="994" y="372"/>
                </a:cubicBezTo>
                <a:lnTo>
                  <a:pt x="994" y="141"/>
                </a:lnTo>
                <a:cubicBezTo>
                  <a:pt x="994" y="53"/>
                  <a:pt x="948" y="1"/>
                  <a:pt x="881" y="1"/>
                </a:cubicBezTo>
                <a:close/>
              </a:path>
            </a:pathLst>
          </a:cu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5"/>
          <p:cNvSpPr/>
          <p:nvPr/>
        </p:nvSpPr>
        <p:spPr>
          <a:xfrm rot="-1274610">
            <a:off x="1178472" y="3197369"/>
            <a:ext cx="579390" cy="282171"/>
          </a:xfrm>
          <a:custGeom>
            <a:rect b="b" l="l" r="r" t="t"/>
            <a:pathLst>
              <a:path extrusionOk="0" h="54763" w="109482">
                <a:moveTo>
                  <a:pt x="54738" y="1"/>
                </a:moveTo>
                <a:cubicBezTo>
                  <a:pt x="41976" y="1"/>
                  <a:pt x="29213" y="2674"/>
                  <a:pt x="19475" y="8019"/>
                </a:cubicBezTo>
                <a:cubicBezTo>
                  <a:pt x="1" y="18715"/>
                  <a:pt x="1" y="36051"/>
                  <a:pt x="19475" y="46743"/>
                </a:cubicBezTo>
                <a:cubicBezTo>
                  <a:pt x="29214" y="52089"/>
                  <a:pt x="41978" y="54762"/>
                  <a:pt x="54741" y="54762"/>
                </a:cubicBezTo>
                <a:cubicBezTo>
                  <a:pt x="67504" y="54762"/>
                  <a:pt x="80267" y="52089"/>
                  <a:pt x="90004" y="46743"/>
                </a:cubicBezTo>
                <a:cubicBezTo>
                  <a:pt x="109481" y="36051"/>
                  <a:pt x="109481" y="18715"/>
                  <a:pt x="90004" y="8023"/>
                </a:cubicBezTo>
                <a:cubicBezTo>
                  <a:pt x="80266" y="2675"/>
                  <a:pt x="67502" y="1"/>
                  <a:pt x="54738" y="1"/>
                </a:cubicBezTo>
                <a:close/>
              </a:path>
            </a:pathLst>
          </a:custGeom>
          <a:solidFill>
            <a:srgbClr val="000000">
              <a:alpha val="321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5"/>
          <p:cNvSpPr/>
          <p:nvPr/>
        </p:nvSpPr>
        <p:spPr>
          <a:xfrm>
            <a:off x="1838632" y="2531988"/>
            <a:ext cx="109444" cy="1491451"/>
          </a:xfrm>
          <a:custGeom>
            <a:rect b="b" l="l" r="r" t="t"/>
            <a:pathLst>
              <a:path extrusionOk="0" h="34900" w="2561">
                <a:moveTo>
                  <a:pt x="140" y="1"/>
                </a:moveTo>
                <a:cubicBezTo>
                  <a:pt x="137" y="6"/>
                  <a:pt x="133" y="12"/>
                  <a:pt x="130" y="17"/>
                </a:cubicBezTo>
                <a:lnTo>
                  <a:pt x="130" y="17"/>
                </a:lnTo>
                <a:cubicBezTo>
                  <a:pt x="132" y="13"/>
                  <a:pt x="134" y="8"/>
                  <a:pt x="137" y="4"/>
                </a:cubicBezTo>
                <a:lnTo>
                  <a:pt x="137" y="4"/>
                </a:lnTo>
                <a:cubicBezTo>
                  <a:pt x="89" y="86"/>
                  <a:pt x="52" y="174"/>
                  <a:pt x="27" y="266"/>
                </a:cubicBezTo>
                <a:cubicBezTo>
                  <a:pt x="31" y="252"/>
                  <a:pt x="35" y="239"/>
                  <a:pt x="41" y="225"/>
                </a:cubicBezTo>
                <a:lnTo>
                  <a:pt x="41" y="225"/>
                </a:lnTo>
                <a:cubicBezTo>
                  <a:pt x="35" y="246"/>
                  <a:pt x="27" y="269"/>
                  <a:pt x="21" y="290"/>
                </a:cubicBezTo>
                <a:cubicBezTo>
                  <a:pt x="7" y="348"/>
                  <a:pt x="0" y="405"/>
                  <a:pt x="0" y="463"/>
                </a:cubicBezTo>
                <a:lnTo>
                  <a:pt x="0" y="15990"/>
                </a:lnTo>
                <a:lnTo>
                  <a:pt x="0" y="33248"/>
                </a:lnTo>
                <a:cubicBezTo>
                  <a:pt x="0" y="33546"/>
                  <a:pt x="211" y="33910"/>
                  <a:pt x="470" y="34060"/>
                </a:cubicBezTo>
                <a:lnTo>
                  <a:pt x="643" y="34158"/>
                </a:lnTo>
                <a:lnTo>
                  <a:pt x="1731" y="34787"/>
                </a:lnTo>
                <a:cubicBezTo>
                  <a:pt x="1748" y="34798"/>
                  <a:pt x="1769" y="34808"/>
                  <a:pt x="1786" y="34815"/>
                </a:cubicBezTo>
                <a:cubicBezTo>
                  <a:pt x="1802" y="34822"/>
                  <a:pt x="1819" y="34831"/>
                  <a:pt x="1836" y="34839"/>
                </a:cubicBezTo>
                <a:lnTo>
                  <a:pt x="1840" y="34839"/>
                </a:lnTo>
                <a:cubicBezTo>
                  <a:pt x="1847" y="34842"/>
                  <a:pt x="1857" y="34845"/>
                  <a:pt x="1863" y="34845"/>
                </a:cubicBezTo>
                <a:lnTo>
                  <a:pt x="1863" y="34849"/>
                </a:lnTo>
                <a:cubicBezTo>
                  <a:pt x="1888" y="34856"/>
                  <a:pt x="1908" y="34862"/>
                  <a:pt x="1932" y="34869"/>
                </a:cubicBezTo>
                <a:cubicBezTo>
                  <a:pt x="1959" y="34872"/>
                  <a:pt x="1986" y="34880"/>
                  <a:pt x="2010" y="34883"/>
                </a:cubicBezTo>
                <a:cubicBezTo>
                  <a:pt x="2047" y="34889"/>
                  <a:pt x="2084" y="34897"/>
                  <a:pt x="2122" y="34897"/>
                </a:cubicBezTo>
                <a:cubicBezTo>
                  <a:pt x="2149" y="34900"/>
                  <a:pt x="2173" y="34900"/>
                  <a:pt x="2200" y="34900"/>
                </a:cubicBezTo>
                <a:cubicBezTo>
                  <a:pt x="2238" y="34900"/>
                  <a:pt x="2279" y="34900"/>
                  <a:pt x="2316" y="34893"/>
                </a:cubicBezTo>
                <a:cubicBezTo>
                  <a:pt x="2340" y="34893"/>
                  <a:pt x="2367" y="34889"/>
                  <a:pt x="2390" y="34883"/>
                </a:cubicBezTo>
                <a:cubicBezTo>
                  <a:pt x="2421" y="34880"/>
                  <a:pt x="2452" y="34872"/>
                  <a:pt x="2479" y="34866"/>
                </a:cubicBezTo>
                <a:cubicBezTo>
                  <a:pt x="2506" y="34856"/>
                  <a:pt x="2533" y="34849"/>
                  <a:pt x="2561" y="34839"/>
                </a:cubicBezTo>
                <a:lnTo>
                  <a:pt x="2561" y="34839"/>
                </a:lnTo>
                <a:cubicBezTo>
                  <a:pt x="2523" y="34849"/>
                  <a:pt x="2489" y="34852"/>
                  <a:pt x="2459" y="34852"/>
                </a:cubicBezTo>
                <a:cubicBezTo>
                  <a:pt x="2306" y="34852"/>
                  <a:pt x="2200" y="34729"/>
                  <a:pt x="2200" y="34519"/>
                </a:cubicBezTo>
                <a:lnTo>
                  <a:pt x="2200" y="1731"/>
                </a:lnTo>
                <a:cubicBezTo>
                  <a:pt x="2200" y="1581"/>
                  <a:pt x="2255" y="1415"/>
                  <a:pt x="2337" y="1269"/>
                </a:cubicBezTo>
                <a:lnTo>
                  <a:pt x="140" y="1"/>
                </a:lnTo>
                <a:close/>
              </a:path>
            </a:pathLst>
          </a:custGeom>
          <a:solidFill>
            <a:srgbClr val="E0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25"/>
          <p:cNvSpPr/>
          <p:nvPr/>
        </p:nvSpPr>
        <p:spPr>
          <a:xfrm>
            <a:off x="1838669" y="2010751"/>
            <a:ext cx="1002878" cy="2012851"/>
          </a:xfrm>
          <a:custGeom>
            <a:rect b="b" l="l" r="r" t="t"/>
            <a:pathLst>
              <a:path extrusionOk="0" h="47098" w="23466">
                <a:moveTo>
                  <a:pt x="21265" y="0"/>
                </a:moveTo>
                <a:cubicBezTo>
                  <a:pt x="21095" y="0"/>
                  <a:pt x="20926" y="37"/>
                  <a:pt x="20797" y="112"/>
                </a:cubicBezTo>
                <a:lnTo>
                  <a:pt x="470" y="11849"/>
                </a:lnTo>
                <a:cubicBezTo>
                  <a:pt x="211" y="11998"/>
                  <a:pt x="0" y="12362"/>
                  <a:pt x="0" y="12661"/>
                </a:cubicBezTo>
                <a:lnTo>
                  <a:pt x="0" y="45446"/>
                </a:lnTo>
                <a:cubicBezTo>
                  <a:pt x="0" y="45744"/>
                  <a:pt x="211" y="46108"/>
                  <a:pt x="470" y="46258"/>
                </a:cubicBezTo>
                <a:lnTo>
                  <a:pt x="1731" y="46985"/>
                </a:lnTo>
                <a:cubicBezTo>
                  <a:pt x="1860" y="47060"/>
                  <a:pt x="2030" y="47098"/>
                  <a:pt x="2200" y="47098"/>
                </a:cubicBezTo>
                <a:cubicBezTo>
                  <a:pt x="2370" y="47098"/>
                  <a:pt x="2540" y="47060"/>
                  <a:pt x="2669" y="46985"/>
                </a:cubicBezTo>
                <a:lnTo>
                  <a:pt x="22996" y="35249"/>
                </a:lnTo>
                <a:cubicBezTo>
                  <a:pt x="23255" y="35100"/>
                  <a:pt x="23466" y="34736"/>
                  <a:pt x="23466" y="34437"/>
                </a:cubicBezTo>
                <a:lnTo>
                  <a:pt x="23466" y="1653"/>
                </a:lnTo>
                <a:cubicBezTo>
                  <a:pt x="23466" y="1353"/>
                  <a:pt x="23255" y="989"/>
                  <a:pt x="22996" y="840"/>
                </a:cubicBezTo>
                <a:lnTo>
                  <a:pt x="21736" y="112"/>
                </a:lnTo>
                <a:cubicBezTo>
                  <a:pt x="21605" y="37"/>
                  <a:pt x="21435" y="0"/>
                  <a:pt x="21265" y="0"/>
                </a:cubicBezTo>
                <a:close/>
              </a:path>
            </a:pathLst>
          </a:custGeom>
          <a:solidFill>
            <a:srgbClr val="E0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25"/>
          <p:cNvSpPr/>
          <p:nvPr/>
        </p:nvSpPr>
        <p:spPr>
          <a:xfrm rot="-1288312">
            <a:off x="2116115" y="4000870"/>
            <a:ext cx="583235" cy="286447"/>
          </a:xfrm>
          <a:custGeom>
            <a:rect b="b" l="l" r="r" t="t"/>
            <a:pathLst>
              <a:path extrusionOk="0" h="54763" w="109482">
                <a:moveTo>
                  <a:pt x="54738" y="1"/>
                </a:moveTo>
                <a:cubicBezTo>
                  <a:pt x="41976" y="1"/>
                  <a:pt x="29213" y="2674"/>
                  <a:pt x="19475" y="8019"/>
                </a:cubicBezTo>
                <a:cubicBezTo>
                  <a:pt x="1" y="18715"/>
                  <a:pt x="1" y="36051"/>
                  <a:pt x="19475" y="46743"/>
                </a:cubicBezTo>
                <a:cubicBezTo>
                  <a:pt x="29214" y="52089"/>
                  <a:pt x="41978" y="54762"/>
                  <a:pt x="54741" y="54762"/>
                </a:cubicBezTo>
                <a:cubicBezTo>
                  <a:pt x="67504" y="54762"/>
                  <a:pt x="80267" y="52089"/>
                  <a:pt x="90004" y="46743"/>
                </a:cubicBezTo>
                <a:cubicBezTo>
                  <a:pt x="109481" y="36051"/>
                  <a:pt x="109481" y="18715"/>
                  <a:pt x="90004" y="8023"/>
                </a:cubicBezTo>
                <a:cubicBezTo>
                  <a:pt x="80266" y="2675"/>
                  <a:pt x="67502" y="1"/>
                  <a:pt x="54738" y="1"/>
                </a:cubicBezTo>
                <a:close/>
              </a:path>
            </a:pathLst>
          </a:custGeom>
          <a:solidFill>
            <a:srgbClr val="000000">
              <a:alpha val="321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1" name="Google Shape;221;p25"/>
          <p:cNvGrpSpPr/>
          <p:nvPr/>
        </p:nvGrpSpPr>
        <p:grpSpPr>
          <a:xfrm>
            <a:off x="2133802" y="3380416"/>
            <a:ext cx="547956" cy="391287"/>
            <a:chOff x="3160365" y="3814680"/>
            <a:chExt cx="590089" cy="421373"/>
          </a:xfrm>
        </p:grpSpPr>
        <p:grpSp>
          <p:nvGrpSpPr>
            <p:cNvPr id="222" name="Google Shape;222;p25"/>
            <p:cNvGrpSpPr/>
            <p:nvPr/>
          </p:nvGrpSpPr>
          <p:grpSpPr>
            <a:xfrm>
              <a:off x="3160365" y="3814680"/>
              <a:ext cx="590089" cy="421373"/>
              <a:chOff x="2026153" y="2957710"/>
              <a:chExt cx="649020" cy="463455"/>
            </a:xfrm>
          </p:grpSpPr>
          <p:sp>
            <p:nvSpPr>
              <p:cNvPr id="223" name="Google Shape;223;p25"/>
              <p:cNvSpPr/>
              <p:nvPr/>
            </p:nvSpPr>
            <p:spPr>
              <a:xfrm>
                <a:off x="2026153" y="3270882"/>
                <a:ext cx="106550" cy="150283"/>
              </a:xfrm>
              <a:custGeom>
                <a:rect b="b" l="l" r="r" t="t"/>
                <a:pathLst>
                  <a:path extrusionOk="0" h="2969" w="2105">
                    <a:moveTo>
                      <a:pt x="1098" y="1"/>
                    </a:moveTo>
                    <a:cubicBezTo>
                      <a:pt x="1051" y="1"/>
                      <a:pt x="990" y="58"/>
                      <a:pt x="962" y="143"/>
                    </a:cubicBezTo>
                    <a:lnTo>
                      <a:pt x="727" y="921"/>
                    </a:lnTo>
                    <a:cubicBezTo>
                      <a:pt x="711" y="969"/>
                      <a:pt x="683" y="1016"/>
                      <a:pt x="650" y="1040"/>
                    </a:cubicBezTo>
                    <a:lnTo>
                      <a:pt x="119" y="1451"/>
                    </a:lnTo>
                    <a:cubicBezTo>
                      <a:pt x="34" y="1517"/>
                      <a:pt x="0" y="1672"/>
                      <a:pt x="61" y="1717"/>
                    </a:cubicBezTo>
                    <a:lnTo>
                      <a:pt x="446" y="1996"/>
                    </a:lnTo>
                    <a:cubicBezTo>
                      <a:pt x="469" y="2013"/>
                      <a:pt x="479" y="2050"/>
                      <a:pt x="476" y="2098"/>
                    </a:cubicBezTo>
                    <a:lnTo>
                      <a:pt x="385" y="2856"/>
                    </a:lnTo>
                    <a:cubicBezTo>
                      <a:pt x="376" y="2928"/>
                      <a:pt x="405" y="2969"/>
                      <a:pt x="446" y="2969"/>
                    </a:cubicBezTo>
                    <a:cubicBezTo>
                      <a:pt x="473" y="2969"/>
                      <a:pt x="504" y="2951"/>
                      <a:pt x="534" y="2914"/>
                    </a:cubicBezTo>
                    <a:lnTo>
                      <a:pt x="1010" y="2308"/>
                    </a:lnTo>
                    <a:cubicBezTo>
                      <a:pt x="1035" y="2271"/>
                      <a:pt x="1068" y="2250"/>
                      <a:pt x="1097" y="2250"/>
                    </a:cubicBezTo>
                    <a:cubicBezTo>
                      <a:pt x="1100" y="2250"/>
                      <a:pt x="1102" y="2251"/>
                      <a:pt x="1105" y="2251"/>
                    </a:cubicBezTo>
                    <a:lnTo>
                      <a:pt x="1577" y="2312"/>
                    </a:lnTo>
                    <a:cubicBezTo>
                      <a:pt x="1579" y="2312"/>
                      <a:pt x="1581" y="2312"/>
                      <a:pt x="1583" y="2312"/>
                    </a:cubicBezTo>
                    <a:cubicBezTo>
                      <a:pt x="1657" y="2312"/>
                      <a:pt x="1740" y="2180"/>
                      <a:pt x="1727" y="2080"/>
                    </a:cubicBezTo>
                    <a:lnTo>
                      <a:pt x="1635" y="1428"/>
                    </a:lnTo>
                    <a:cubicBezTo>
                      <a:pt x="1632" y="1387"/>
                      <a:pt x="1642" y="1336"/>
                      <a:pt x="1666" y="1288"/>
                    </a:cubicBezTo>
                    <a:lnTo>
                      <a:pt x="2050" y="568"/>
                    </a:lnTo>
                    <a:cubicBezTo>
                      <a:pt x="2105" y="468"/>
                      <a:pt x="2084" y="362"/>
                      <a:pt x="2018" y="362"/>
                    </a:cubicBezTo>
                    <a:cubicBezTo>
                      <a:pt x="2010" y="362"/>
                      <a:pt x="2001" y="364"/>
                      <a:pt x="1992" y="367"/>
                    </a:cubicBezTo>
                    <a:lnTo>
                      <a:pt x="1462" y="571"/>
                    </a:lnTo>
                    <a:cubicBezTo>
                      <a:pt x="1453" y="575"/>
                      <a:pt x="1444" y="576"/>
                      <a:pt x="1436" y="576"/>
                    </a:cubicBezTo>
                    <a:cubicBezTo>
                      <a:pt x="1415" y="576"/>
                      <a:pt x="1397" y="563"/>
                      <a:pt x="1387" y="541"/>
                    </a:cubicBezTo>
                    <a:lnTo>
                      <a:pt x="1149" y="37"/>
                    </a:lnTo>
                    <a:cubicBezTo>
                      <a:pt x="1138" y="12"/>
                      <a:pt x="1119" y="1"/>
                      <a:pt x="10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" name="Google Shape;224;p25"/>
              <p:cNvSpPr/>
              <p:nvPr/>
            </p:nvSpPr>
            <p:spPr>
              <a:xfrm>
                <a:off x="2161758" y="3192576"/>
                <a:ext cx="106600" cy="150283"/>
              </a:xfrm>
              <a:custGeom>
                <a:rect b="b" l="l" r="r" t="t"/>
                <a:pathLst>
                  <a:path extrusionOk="0" h="2969" w="2106">
                    <a:moveTo>
                      <a:pt x="1099" y="1"/>
                    </a:moveTo>
                    <a:cubicBezTo>
                      <a:pt x="1052" y="1"/>
                      <a:pt x="991" y="58"/>
                      <a:pt x="965" y="142"/>
                    </a:cubicBezTo>
                    <a:lnTo>
                      <a:pt x="728" y="922"/>
                    </a:lnTo>
                    <a:cubicBezTo>
                      <a:pt x="711" y="969"/>
                      <a:pt x="684" y="1016"/>
                      <a:pt x="649" y="1040"/>
                    </a:cubicBezTo>
                    <a:lnTo>
                      <a:pt x="119" y="1452"/>
                    </a:lnTo>
                    <a:cubicBezTo>
                      <a:pt x="34" y="1517"/>
                      <a:pt x="0" y="1672"/>
                      <a:pt x="61" y="1717"/>
                    </a:cubicBezTo>
                    <a:lnTo>
                      <a:pt x="446" y="1996"/>
                    </a:lnTo>
                    <a:cubicBezTo>
                      <a:pt x="469" y="2013"/>
                      <a:pt x="480" y="2050"/>
                      <a:pt x="476" y="2098"/>
                    </a:cubicBezTo>
                    <a:lnTo>
                      <a:pt x="384" y="2856"/>
                    </a:lnTo>
                    <a:cubicBezTo>
                      <a:pt x="376" y="2928"/>
                      <a:pt x="405" y="2969"/>
                      <a:pt x="446" y="2969"/>
                    </a:cubicBezTo>
                    <a:cubicBezTo>
                      <a:pt x="473" y="2969"/>
                      <a:pt x="504" y="2951"/>
                      <a:pt x="534" y="2913"/>
                    </a:cubicBezTo>
                    <a:lnTo>
                      <a:pt x="1010" y="2309"/>
                    </a:lnTo>
                    <a:cubicBezTo>
                      <a:pt x="1035" y="2271"/>
                      <a:pt x="1069" y="2251"/>
                      <a:pt x="1098" y="2251"/>
                    </a:cubicBezTo>
                    <a:cubicBezTo>
                      <a:pt x="1101" y="2251"/>
                      <a:pt x="1103" y="2251"/>
                      <a:pt x="1105" y="2251"/>
                    </a:cubicBezTo>
                    <a:lnTo>
                      <a:pt x="1577" y="2312"/>
                    </a:lnTo>
                    <a:cubicBezTo>
                      <a:pt x="1579" y="2312"/>
                      <a:pt x="1581" y="2312"/>
                      <a:pt x="1583" y="2312"/>
                    </a:cubicBezTo>
                    <a:cubicBezTo>
                      <a:pt x="1659" y="2312"/>
                      <a:pt x="1740" y="2180"/>
                      <a:pt x="1727" y="2080"/>
                    </a:cubicBezTo>
                    <a:lnTo>
                      <a:pt x="1638" y="1428"/>
                    </a:lnTo>
                    <a:cubicBezTo>
                      <a:pt x="1632" y="1387"/>
                      <a:pt x="1643" y="1336"/>
                      <a:pt x="1666" y="1289"/>
                    </a:cubicBezTo>
                    <a:lnTo>
                      <a:pt x="2050" y="568"/>
                    </a:lnTo>
                    <a:cubicBezTo>
                      <a:pt x="2105" y="468"/>
                      <a:pt x="2084" y="362"/>
                      <a:pt x="2018" y="362"/>
                    </a:cubicBezTo>
                    <a:cubicBezTo>
                      <a:pt x="2010" y="362"/>
                      <a:pt x="2002" y="364"/>
                      <a:pt x="1993" y="367"/>
                    </a:cubicBezTo>
                    <a:lnTo>
                      <a:pt x="1462" y="571"/>
                    </a:lnTo>
                    <a:cubicBezTo>
                      <a:pt x="1453" y="575"/>
                      <a:pt x="1445" y="576"/>
                      <a:pt x="1437" y="576"/>
                    </a:cubicBezTo>
                    <a:cubicBezTo>
                      <a:pt x="1415" y="576"/>
                      <a:pt x="1397" y="563"/>
                      <a:pt x="1387" y="541"/>
                    </a:cubicBezTo>
                    <a:lnTo>
                      <a:pt x="1149" y="37"/>
                    </a:lnTo>
                    <a:cubicBezTo>
                      <a:pt x="1138" y="12"/>
                      <a:pt x="1119" y="1"/>
                      <a:pt x="109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25"/>
              <p:cNvSpPr/>
              <p:nvPr/>
            </p:nvSpPr>
            <p:spPr>
              <a:xfrm>
                <a:off x="2297312" y="3114271"/>
                <a:ext cx="106600" cy="150283"/>
              </a:xfrm>
              <a:custGeom>
                <a:rect b="b" l="l" r="r" t="t"/>
                <a:pathLst>
                  <a:path extrusionOk="0" h="2969" w="2106">
                    <a:moveTo>
                      <a:pt x="1100" y="1"/>
                    </a:moveTo>
                    <a:cubicBezTo>
                      <a:pt x="1053" y="1"/>
                      <a:pt x="993" y="58"/>
                      <a:pt x="967" y="143"/>
                    </a:cubicBezTo>
                    <a:lnTo>
                      <a:pt x="729" y="922"/>
                    </a:lnTo>
                    <a:cubicBezTo>
                      <a:pt x="711" y="969"/>
                      <a:pt x="685" y="1016"/>
                      <a:pt x="650" y="1041"/>
                    </a:cubicBezTo>
                    <a:lnTo>
                      <a:pt x="120" y="1452"/>
                    </a:lnTo>
                    <a:cubicBezTo>
                      <a:pt x="35" y="1517"/>
                      <a:pt x="1" y="1673"/>
                      <a:pt x="62" y="1717"/>
                    </a:cubicBezTo>
                    <a:lnTo>
                      <a:pt x="446" y="1995"/>
                    </a:lnTo>
                    <a:cubicBezTo>
                      <a:pt x="470" y="2013"/>
                      <a:pt x="484" y="2050"/>
                      <a:pt x="477" y="2097"/>
                    </a:cubicBezTo>
                    <a:lnTo>
                      <a:pt x="385" y="2856"/>
                    </a:lnTo>
                    <a:cubicBezTo>
                      <a:pt x="377" y="2928"/>
                      <a:pt x="406" y="2969"/>
                      <a:pt x="447" y="2969"/>
                    </a:cubicBezTo>
                    <a:cubicBezTo>
                      <a:pt x="474" y="2969"/>
                      <a:pt x="506" y="2951"/>
                      <a:pt x="535" y="2913"/>
                    </a:cubicBezTo>
                    <a:lnTo>
                      <a:pt x="1011" y="2309"/>
                    </a:lnTo>
                    <a:cubicBezTo>
                      <a:pt x="1036" y="2271"/>
                      <a:pt x="1070" y="2251"/>
                      <a:pt x="1100" y="2251"/>
                    </a:cubicBezTo>
                    <a:cubicBezTo>
                      <a:pt x="1102" y="2251"/>
                      <a:pt x="1104" y="2251"/>
                      <a:pt x="1106" y="2251"/>
                    </a:cubicBezTo>
                    <a:lnTo>
                      <a:pt x="1579" y="2312"/>
                    </a:lnTo>
                    <a:cubicBezTo>
                      <a:pt x="1581" y="2312"/>
                      <a:pt x="1582" y="2312"/>
                      <a:pt x="1584" y="2312"/>
                    </a:cubicBezTo>
                    <a:cubicBezTo>
                      <a:pt x="1661" y="2312"/>
                      <a:pt x="1745" y="2181"/>
                      <a:pt x="1728" y="2081"/>
                    </a:cubicBezTo>
                    <a:lnTo>
                      <a:pt x="1640" y="1428"/>
                    </a:lnTo>
                    <a:cubicBezTo>
                      <a:pt x="1633" y="1388"/>
                      <a:pt x="1643" y="1336"/>
                      <a:pt x="1667" y="1289"/>
                    </a:cubicBezTo>
                    <a:lnTo>
                      <a:pt x="2051" y="568"/>
                    </a:lnTo>
                    <a:cubicBezTo>
                      <a:pt x="2106" y="468"/>
                      <a:pt x="2085" y="363"/>
                      <a:pt x="2022" y="363"/>
                    </a:cubicBezTo>
                    <a:cubicBezTo>
                      <a:pt x="2014" y="363"/>
                      <a:pt x="2006" y="364"/>
                      <a:pt x="1997" y="368"/>
                    </a:cubicBezTo>
                    <a:lnTo>
                      <a:pt x="1463" y="572"/>
                    </a:lnTo>
                    <a:cubicBezTo>
                      <a:pt x="1455" y="575"/>
                      <a:pt x="1447" y="577"/>
                      <a:pt x="1440" y="577"/>
                    </a:cubicBezTo>
                    <a:cubicBezTo>
                      <a:pt x="1418" y="577"/>
                      <a:pt x="1398" y="564"/>
                      <a:pt x="1388" y="541"/>
                    </a:cubicBezTo>
                    <a:lnTo>
                      <a:pt x="1150" y="37"/>
                    </a:lnTo>
                    <a:cubicBezTo>
                      <a:pt x="1139" y="12"/>
                      <a:pt x="1121" y="1"/>
                      <a:pt x="1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25"/>
              <p:cNvSpPr/>
              <p:nvPr/>
            </p:nvSpPr>
            <p:spPr>
              <a:xfrm>
                <a:off x="2568572" y="2957710"/>
                <a:ext cx="106600" cy="150233"/>
              </a:xfrm>
              <a:custGeom>
                <a:rect b="b" l="l" r="r" t="t"/>
                <a:pathLst>
                  <a:path extrusionOk="0" h="2968" w="2106">
                    <a:moveTo>
                      <a:pt x="1099" y="1"/>
                    </a:moveTo>
                    <a:cubicBezTo>
                      <a:pt x="1052" y="1"/>
                      <a:pt x="991" y="57"/>
                      <a:pt x="965" y="142"/>
                    </a:cubicBezTo>
                    <a:lnTo>
                      <a:pt x="728" y="921"/>
                    </a:lnTo>
                    <a:cubicBezTo>
                      <a:pt x="714" y="968"/>
                      <a:pt x="684" y="1016"/>
                      <a:pt x="650" y="1040"/>
                    </a:cubicBezTo>
                    <a:lnTo>
                      <a:pt x="119" y="1451"/>
                    </a:lnTo>
                    <a:cubicBezTo>
                      <a:pt x="34" y="1515"/>
                      <a:pt x="0" y="1672"/>
                      <a:pt x="61" y="1716"/>
                    </a:cubicBezTo>
                    <a:lnTo>
                      <a:pt x="446" y="1995"/>
                    </a:lnTo>
                    <a:cubicBezTo>
                      <a:pt x="469" y="2012"/>
                      <a:pt x="483" y="2049"/>
                      <a:pt x="476" y="2097"/>
                    </a:cubicBezTo>
                    <a:lnTo>
                      <a:pt x="384" y="2855"/>
                    </a:lnTo>
                    <a:cubicBezTo>
                      <a:pt x="376" y="2927"/>
                      <a:pt x="405" y="2968"/>
                      <a:pt x="446" y="2968"/>
                    </a:cubicBezTo>
                    <a:cubicBezTo>
                      <a:pt x="473" y="2968"/>
                      <a:pt x="504" y="2951"/>
                      <a:pt x="534" y="2913"/>
                    </a:cubicBezTo>
                    <a:lnTo>
                      <a:pt x="1010" y="2308"/>
                    </a:lnTo>
                    <a:cubicBezTo>
                      <a:pt x="1038" y="2270"/>
                      <a:pt x="1070" y="2249"/>
                      <a:pt x="1099" y="2249"/>
                    </a:cubicBezTo>
                    <a:cubicBezTo>
                      <a:pt x="1101" y="2249"/>
                      <a:pt x="1103" y="2250"/>
                      <a:pt x="1105" y="2250"/>
                    </a:cubicBezTo>
                    <a:lnTo>
                      <a:pt x="1581" y="2311"/>
                    </a:lnTo>
                    <a:cubicBezTo>
                      <a:pt x="1583" y="2311"/>
                      <a:pt x="1585" y="2311"/>
                      <a:pt x="1587" y="2311"/>
                    </a:cubicBezTo>
                    <a:cubicBezTo>
                      <a:pt x="1660" y="2311"/>
                      <a:pt x="1744" y="2179"/>
                      <a:pt x="1727" y="2080"/>
                    </a:cubicBezTo>
                    <a:lnTo>
                      <a:pt x="1639" y="1427"/>
                    </a:lnTo>
                    <a:cubicBezTo>
                      <a:pt x="1632" y="1386"/>
                      <a:pt x="1643" y="1335"/>
                      <a:pt x="1666" y="1288"/>
                    </a:cubicBezTo>
                    <a:lnTo>
                      <a:pt x="2051" y="567"/>
                    </a:lnTo>
                    <a:cubicBezTo>
                      <a:pt x="2105" y="467"/>
                      <a:pt x="2084" y="362"/>
                      <a:pt x="2021" y="362"/>
                    </a:cubicBezTo>
                    <a:cubicBezTo>
                      <a:pt x="2013" y="362"/>
                      <a:pt x="2005" y="363"/>
                      <a:pt x="1996" y="367"/>
                    </a:cubicBezTo>
                    <a:lnTo>
                      <a:pt x="1466" y="571"/>
                    </a:lnTo>
                    <a:cubicBezTo>
                      <a:pt x="1457" y="574"/>
                      <a:pt x="1448" y="576"/>
                      <a:pt x="1440" y="576"/>
                    </a:cubicBezTo>
                    <a:cubicBezTo>
                      <a:pt x="1417" y="576"/>
                      <a:pt x="1397" y="562"/>
                      <a:pt x="1387" y="540"/>
                    </a:cubicBezTo>
                    <a:lnTo>
                      <a:pt x="1149" y="37"/>
                    </a:lnTo>
                    <a:cubicBezTo>
                      <a:pt x="1138" y="12"/>
                      <a:pt x="1119" y="1"/>
                      <a:pt x="109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27" name="Google Shape;227;p25"/>
            <p:cNvSpPr/>
            <p:nvPr/>
          </p:nvSpPr>
          <p:spPr>
            <a:xfrm>
              <a:off x="3530215" y="3891600"/>
              <a:ext cx="96923" cy="136641"/>
            </a:xfrm>
            <a:custGeom>
              <a:rect b="b" l="l" r="r" t="t"/>
              <a:pathLst>
                <a:path extrusionOk="0" h="2969" w="2106">
                  <a:moveTo>
                    <a:pt x="1100" y="1"/>
                  </a:moveTo>
                  <a:cubicBezTo>
                    <a:pt x="1053" y="1"/>
                    <a:pt x="993" y="58"/>
                    <a:pt x="967" y="143"/>
                  </a:cubicBezTo>
                  <a:lnTo>
                    <a:pt x="729" y="922"/>
                  </a:lnTo>
                  <a:cubicBezTo>
                    <a:pt x="711" y="969"/>
                    <a:pt x="685" y="1016"/>
                    <a:pt x="650" y="1041"/>
                  </a:cubicBezTo>
                  <a:lnTo>
                    <a:pt x="120" y="1452"/>
                  </a:lnTo>
                  <a:cubicBezTo>
                    <a:pt x="35" y="1517"/>
                    <a:pt x="1" y="1673"/>
                    <a:pt x="62" y="1717"/>
                  </a:cubicBezTo>
                  <a:lnTo>
                    <a:pt x="446" y="1995"/>
                  </a:lnTo>
                  <a:cubicBezTo>
                    <a:pt x="470" y="2013"/>
                    <a:pt x="484" y="2050"/>
                    <a:pt x="477" y="2097"/>
                  </a:cubicBezTo>
                  <a:lnTo>
                    <a:pt x="385" y="2856"/>
                  </a:lnTo>
                  <a:cubicBezTo>
                    <a:pt x="377" y="2928"/>
                    <a:pt x="406" y="2969"/>
                    <a:pt x="447" y="2969"/>
                  </a:cubicBezTo>
                  <a:cubicBezTo>
                    <a:pt x="474" y="2969"/>
                    <a:pt x="506" y="2951"/>
                    <a:pt x="535" y="2913"/>
                  </a:cubicBezTo>
                  <a:lnTo>
                    <a:pt x="1011" y="2309"/>
                  </a:lnTo>
                  <a:cubicBezTo>
                    <a:pt x="1036" y="2271"/>
                    <a:pt x="1070" y="2251"/>
                    <a:pt x="1100" y="2251"/>
                  </a:cubicBezTo>
                  <a:cubicBezTo>
                    <a:pt x="1102" y="2251"/>
                    <a:pt x="1104" y="2251"/>
                    <a:pt x="1106" y="2251"/>
                  </a:cubicBezTo>
                  <a:lnTo>
                    <a:pt x="1579" y="2312"/>
                  </a:lnTo>
                  <a:cubicBezTo>
                    <a:pt x="1581" y="2312"/>
                    <a:pt x="1582" y="2312"/>
                    <a:pt x="1584" y="2312"/>
                  </a:cubicBezTo>
                  <a:cubicBezTo>
                    <a:pt x="1661" y="2312"/>
                    <a:pt x="1745" y="2181"/>
                    <a:pt x="1728" y="2081"/>
                  </a:cubicBezTo>
                  <a:lnTo>
                    <a:pt x="1640" y="1428"/>
                  </a:lnTo>
                  <a:cubicBezTo>
                    <a:pt x="1633" y="1388"/>
                    <a:pt x="1643" y="1336"/>
                    <a:pt x="1667" y="1289"/>
                  </a:cubicBezTo>
                  <a:lnTo>
                    <a:pt x="2051" y="568"/>
                  </a:lnTo>
                  <a:cubicBezTo>
                    <a:pt x="2106" y="468"/>
                    <a:pt x="2085" y="363"/>
                    <a:pt x="2022" y="363"/>
                  </a:cubicBezTo>
                  <a:cubicBezTo>
                    <a:pt x="2014" y="363"/>
                    <a:pt x="2006" y="364"/>
                    <a:pt x="1997" y="368"/>
                  </a:cubicBezTo>
                  <a:lnTo>
                    <a:pt x="1463" y="572"/>
                  </a:lnTo>
                  <a:cubicBezTo>
                    <a:pt x="1455" y="575"/>
                    <a:pt x="1447" y="577"/>
                    <a:pt x="1440" y="577"/>
                  </a:cubicBezTo>
                  <a:cubicBezTo>
                    <a:pt x="1418" y="577"/>
                    <a:pt x="1398" y="564"/>
                    <a:pt x="1388" y="541"/>
                  </a:cubicBezTo>
                  <a:lnTo>
                    <a:pt x="1150" y="37"/>
                  </a:lnTo>
                  <a:cubicBezTo>
                    <a:pt x="1139" y="12"/>
                    <a:pt x="1121" y="1"/>
                    <a:pt x="11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8" name="Google Shape;228;p25"/>
          <p:cNvSpPr/>
          <p:nvPr/>
        </p:nvSpPr>
        <p:spPr>
          <a:xfrm>
            <a:off x="1995295" y="2219601"/>
            <a:ext cx="767523" cy="1405423"/>
          </a:xfrm>
          <a:custGeom>
            <a:rect b="b" l="l" r="r" t="t"/>
            <a:pathLst>
              <a:path extrusionOk="0" h="32885" w="17959">
                <a:moveTo>
                  <a:pt x="17743" y="1"/>
                </a:moveTo>
                <a:cubicBezTo>
                  <a:pt x="17691" y="1"/>
                  <a:pt x="17633" y="18"/>
                  <a:pt x="17571" y="53"/>
                </a:cubicBezTo>
                <a:lnTo>
                  <a:pt x="392" y="9973"/>
                </a:lnTo>
                <a:cubicBezTo>
                  <a:pt x="177" y="10096"/>
                  <a:pt x="1" y="10399"/>
                  <a:pt x="1" y="10651"/>
                </a:cubicBezTo>
                <a:lnTo>
                  <a:pt x="1" y="32606"/>
                </a:lnTo>
                <a:cubicBezTo>
                  <a:pt x="1" y="32782"/>
                  <a:pt x="89" y="32885"/>
                  <a:pt x="217" y="32885"/>
                </a:cubicBezTo>
                <a:cubicBezTo>
                  <a:pt x="270" y="32885"/>
                  <a:pt x="329" y="32867"/>
                  <a:pt x="392" y="32831"/>
                </a:cubicBezTo>
                <a:lnTo>
                  <a:pt x="17571" y="22914"/>
                </a:lnTo>
                <a:cubicBezTo>
                  <a:pt x="17785" y="22788"/>
                  <a:pt x="17958" y="22485"/>
                  <a:pt x="17958" y="22237"/>
                </a:cubicBezTo>
                <a:lnTo>
                  <a:pt x="17958" y="281"/>
                </a:lnTo>
                <a:cubicBezTo>
                  <a:pt x="17958" y="102"/>
                  <a:pt x="17871" y="1"/>
                  <a:pt x="17743" y="1"/>
                </a:cubicBezTo>
                <a:close/>
              </a:path>
            </a:pathLst>
          </a:cu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5"/>
          <p:cNvSpPr/>
          <p:nvPr/>
        </p:nvSpPr>
        <p:spPr>
          <a:xfrm>
            <a:off x="2445857" y="2804395"/>
            <a:ext cx="206679" cy="387629"/>
          </a:xfrm>
          <a:custGeom>
            <a:rect b="b" l="l" r="r" t="t"/>
            <a:pathLst>
              <a:path extrusionOk="0" h="9070" w="4836">
                <a:moveTo>
                  <a:pt x="783" y="0"/>
                </a:moveTo>
                <a:cubicBezTo>
                  <a:pt x="558" y="0"/>
                  <a:pt x="304" y="24"/>
                  <a:pt x="1" y="57"/>
                </a:cubicBezTo>
                <a:lnTo>
                  <a:pt x="568" y="2583"/>
                </a:lnTo>
                <a:lnTo>
                  <a:pt x="2775" y="4252"/>
                </a:lnTo>
                <a:lnTo>
                  <a:pt x="1429" y="7676"/>
                </a:lnTo>
                <a:lnTo>
                  <a:pt x="1992" y="9070"/>
                </a:lnTo>
                <a:cubicBezTo>
                  <a:pt x="1992" y="9070"/>
                  <a:pt x="4835" y="3603"/>
                  <a:pt x="4638" y="3266"/>
                </a:cubicBezTo>
                <a:cubicBezTo>
                  <a:pt x="4440" y="2933"/>
                  <a:pt x="2788" y="1148"/>
                  <a:pt x="2179" y="584"/>
                </a:cubicBezTo>
                <a:cubicBezTo>
                  <a:pt x="1693" y="133"/>
                  <a:pt x="1321" y="0"/>
                  <a:pt x="783" y="0"/>
                </a:cubicBezTo>
                <a:close/>
              </a:path>
            </a:pathLst>
          </a:custGeom>
          <a:solidFill>
            <a:srgbClr val="FFA8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5"/>
          <p:cNvSpPr/>
          <p:nvPr/>
        </p:nvSpPr>
        <p:spPr>
          <a:xfrm>
            <a:off x="2230384" y="2577341"/>
            <a:ext cx="36968" cy="24916"/>
          </a:xfrm>
          <a:custGeom>
            <a:rect b="b" l="l" r="r" t="t"/>
            <a:pathLst>
              <a:path extrusionOk="0" h="583" w="865">
                <a:moveTo>
                  <a:pt x="448" y="1"/>
                </a:moveTo>
                <a:cubicBezTo>
                  <a:pt x="271" y="1"/>
                  <a:pt x="88" y="122"/>
                  <a:pt x="0" y="311"/>
                </a:cubicBezTo>
                <a:lnTo>
                  <a:pt x="755" y="582"/>
                </a:lnTo>
                <a:cubicBezTo>
                  <a:pt x="864" y="348"/>
                  <a:pt x="779" y="97"/>
                  <a:pt x="571" y="22"/>
                </a:cubicBezTo>
                <a:cubicBezTo>
                  <a:pt x="531" y="7"/>
                  <a:pt x="490" y="1"/>
                  <a:pt x="448" y="1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5"/>
          <p:cNvSpPr/>
          <p:nvPr/>
        </p:nvSpPr>
        <p:spPr>
          <a:xfrm>
            <a:off x="2252905" y="2557127"/>
            <a:ext cx="25771" cy="35558"/>
          </a:xfrm>
          <a:custGeom>
            <a:rect b="b" l="l" r="r" t="t"/>
            <a:pathLst>
              <a:path extrusionOk="0" h="832" w="603">
                <a:moveTo>
                  <a:pt x="209" y="0"/>
                </a:moveTo>
                <a:cubicBezTo>
                  <a:pt x="142" y="0"/>
                  <a:pt x="70" y="17"/>
                  <a:pt x="0" y="53"/>
                </a:cubicBezTo>
                <a:lnTo>
                  <a:pt x="242" y="831"/>
                </a:lnTo>
                <a:cubicBezTo>
                  <a:pt x="469" y="716"/>
                  <a:pt x="602" y="448"/>
                  <a:pt x="534" y="233"/>
                </a:cubicBezTo>
                <a:cubicBezTo>
                  <a:pt x="489" y="85"/>
                  <a:pt x="360" y="0"/>
                  <a:pt x="209" y="0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5"/>
          <p:cNvSpPr/>
          <p:nvPr/>
        </p:nvSpPr>
        <p:spPr>
          <a:xfrm>
            <a:off x="2235469" y="2511699"/>
            <a:ext cx="284845" cy="301214"/>
          </a:xfrm>
          <a:custGeom>
            <a:rect b="b" l="l" r="r" t="t"/>
            <a:pathLst>
              <a:path extrusionOk="0" h="7048" w="6665">
                <a:moveTo>
                  <a:pt x="3937" y="0"/>
                </a:moveTo>
                <a:cubicBezTo>
                  <a:pt x="3721" y="0"/>
                  <a:pt x="3499" y="23"/>
                  <a:pt x="3271" y="69"/>
                </a:cubicBezTo>
                <a:cubicBezTo>
                  <a:pt x="1445" y="439"/>
                  <a:pt x="0" y="2214"/>
                  <a:pt x="48" y="4029"/>
                </a:cubicBezTo>
                <a:lnTo>
                  <a:pt x="48" y="4706"/>
                </a:lnTo>
                <a:cubicBezTo>
                  <a:pt x="48" y="6080"/>
                  <a:pt x="1041" y="7048"/>
                  <a:pt x="2348" y="7048"/>
                </a:cubicBezTo>
                <a:cubicBezTo>
                  <a:pt x="2507" y="7048"/>
                  <a:pt x="2669" y="7034"/>
                  <a:pt x="2836" y="7004"/>
                </a:cubicBezTo>
                <a:lnTo>
                  <a:pt x="6653" y="6331"/>
                </a:lnTo>
                <a:lnTo>
                  <a:pt x="6664" y="2683"/>
                </a:lnTo>
                <a:cubicBezTo>
                  <a:pt x="6619" y="1094"/>
                  <a:pt x="5450" y="0"/>
                  <a:pt x="3937" y="0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25"/>
          <p:cNvSpPr/>
          <p:nvPr/>
        </p:nvSpPr>
        <p:spPr>
          <a:xfrm>
            <a:off x="2317992" y="2543964"/>
            <a:ext cx="145906" cy="156248"/>
          </a:xfrm>
          <a:custGeom>
            <a:rect b="b" l="l" r="r" t="t"/>
            <a:pathLst>
              <a:path extrusionOk="0" h="3656" w="3414">
                <a:moveTo>
                  <a:pt x="2762" y="0"/>
                </a:moveTo>
                <a:cubicBezTo>
                  <a:pt x="2242" y="0"/>
                  <a:pt x="1421" y="354"/>
                  <a:pt x="718" y="1541"/>
                </a:cubicBezTo>
                <a:cubicBezTo>
                  <a:pt x="1" y="2755"/>
                  <a:pt x="252" y="3655"/>
                  <a:pt x="252" y="3655"/>
                </a:cubicBezTo>
                <a:cubicBezTo>
                  <a:pt x="252" y="3655"/>
                  <a:pt x="1010" y="3526"/>
                  <a:pt x="2006" y="2771"/>
                </a:cubicBezTo>
                <a:cubicBezTo>
                  <a:pt x="3002" y="2013"/>
                  <a:pt x="3363" y="986"/>
                  <a:pt x="3414" y="371"/>
                </a:cubicBezTo>
                <a:cubicBezTo>
                  <a:pt x="3414" y="371"/>
                  <a:pt x="3305" y="14"/>
                  <a:pt x="2792" y="1"/>
                </a:cubicBezTo>
                <a:cubicBezTo>
                  <a:pt x="2782" y="1"/>
                  <a:pt x="2772" y="0"/>
                  <a:pt x="276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25"/>
          <p:cNvSpPr/>
          <p:nvPr/>
        </p:nvSpPr>
        <p:spPr>
          <a:xfrm>
            <a:off x="2357949" y="3976122"/>
            <a:ext cx="139239" cy="148427"/>
          </a:xfrm>
          <a:custGeom>
            <a:rect b="b" l="l" r="r" t="t"/>
            <a:pathLst>
              <a:path extrusionOk="0" h="3473" w="3258">
                <a:moveTo>
                  <a:pt x="500" y="0"/>
                </a:moveTo>
                <a:cubicBezTo>
                  <a:pt x="296" y="171"/>
                  <a:pt x="85" y="449"/>
                  <a:pt x="45" y="728"/>
                </a:cubicBezTo>
                <a:cubicBezTo>
                  <a:pt x="1" y="1013"/>
                  <a:pt x="187" y="1241"/>
                  <a:pt x="289" y="1500"/>
                </a:cubicBezTo>
                <a:cubicBezTo>
                  <a:pt x="487" y="1983"/>
                  <a:pt x="497" y="2027"/>
                  <a:pt x="650" y="2754"/>
                </a:cubicBezTo>
                <a:cubicBezTo>
                  <a:pt x="756" y="3260"/>
                  <a:pt x="1370" y="3472"/>
                  <a:pt x="1963" y="3472"/>
                </a:cubicBezTo>
                <a:cubicBezTo>
                  <a:pt x="1976" y="3472"/>
                  <a:pt x="1990" y="3472"/>
                  <a:pt x="2003" y="3472"/>
                </a:cubicBezTo>
                <a:cubicBezTo>
                  <a:pt x="2540" y="3465"/>
                  <a:pt x="3043" y="3281"/>
                  <a:pt x="3152" y="3077"/>
                </a:cubicBezTo>
                <a:cubicBezTo>
                  <a:pt x="3257" y="2873"/>
                  <a:pt x="3227" y="2561"/>
                  <a:pt x="2971" y="2411"/>
                </a:cubicBezTo>
                <a:cubicBezTo>
                  <a:pt x="2686" y="2248"/>
                  <a:pt x="2292" y="2132"/>
                  <a:pt x="2210" y="1911"/>
                </a:cubicBezTo>
                <a:cubicBezTo>
                  <a:pt x="2210" y="1911"/>
                  <a:pt x="2170" y="2135"/>
                  <a:pt x="1893" y="2135"/>
                </a:cubicBezTo>
                <a:cubicBezTo>
                  <a:pt x="1891" y="2135"/>
                  <a:pt x="1889" y="2135"/>
                  <a:pt x="1887" y="2135"/>
                </a:cubicBezTo>
                <a:cubicBezTo>
                  <a:pt x="1609" y="2132"/>
                  <a:pt x="500" y="0"/>
                  <a:pt x="50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25"/>
          <p:cNvSpPr/>
          <p:nvPr/>
        </p:nvSpPr>
        <p:spPr>
          <a:xfrm>
            <a:off x="2373804" y="3912659"/>
            <a:ext cx="106801" cy="178044"/>
          </a:xfrm>
          <a:custGeom>
            <a:rect b="b" l="l" r="r" t="t"/>
            <a:pathLst>
              <a:path extrusionOk="0" h="4166" w="2499">
                <a:moveTo>
                  <a:pt x="486" y="0"/>
                </a:moveTo>
                <a:cubicBezTo>
                  <a:pt x="486" y="0"/>
                  <a:pt x="388" y="771"/>
                  <a:pt x="259" y="1169"/>
                </a:cubicBezTo>
                <a:cubicBezTo>
                  <a:pt x="129" y="1571"/>
                  <a:pt x="0" y="1638"/>
                  <a:pt x="38" y="1720"/>
                </a:cubicBezTo>
                <a:cubicBezTo>
                  <a:pt x="71" y="1802"/>
                  <a:pt x="170" y="1951"/>
                  <a:pt x="303" y="2192"/>
                </a:cubicBezTo>
                <a:cubicBezTo>
                  <a:pt x="510" y="2570"/>
                  <a:pt x="548" y="3580"/>
                  <a:pt x="857" y="3879"/>
                </a:cubicBezTo>
                <a:cubicBezTo>
                  <a:pt x="1070" y="4084"/>
                  <a:pt x="1340" y="4166"/>
                  <a:pt x="1604" y="4166"/>
                </a:cubicBezTo>
                <a:cubicBezTo>
                  <a:pt x="1751" y="4166"/>
                  <a:pt x="1897" y="4140"/>
                  <a:pt x="2029" y="4096"/>
                </a:cubicBezTo>
                <a:cubicBezTo>
                  <a:pt x="2499" y="3947"/>
                  <a:pt x="2095" y="3664"/>
                  <a:pt x="2095" y="3664"/>
                </a:cubicBezTo>
                <a:cubicBezTo>
                  <a:pt x="1927" y="3542"/>
                  <a:pt x="1883" y="3529"/>
                  <a:pt x="1761" y="3223"/>
                </a:cubicBezTo>
                <a:cubicBezTo>
                  <a:pt x="1632" y="2900"/>
                  <a:pt x="1533" y="1673"/>
                  <a:pt x="1605" y="1414"/>
                </a:cubicBezTo>
                <a:cubicBezTo>
                  <a:pt x="1673" y="1155"/>
                  <a:pt x="1883" y="370"/>
                  <a:pt x="1883" y="370"/>
                </a:cubicBezTo>
                <a:lnTo>
                  <a:pt x="486" y="0"/>
                </a:lnTo>
                <a:close/>
              </a:path>
            </a:pathLst>
          </a:custGeom>
          <a:solidFill>
            <a:srgbClr val="FFA8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5"/>
          <p:cNvSpPr/>
          <p:nvPr/>
        </p:nvSpPr>
        <p:spPr>
          <a:xfrm>
            <a:off x="2223973" y="3183247"/>
            <a:ext cx="354721" cy="866375"/>
          </a:xfrm>
          <a:custGeom>
            <a:rect b="b" l="l" r="r" t="t"/>
            <a:pathLst>
              <a:path extrusionOk="0" h="20272" w="8300">
                <a:moveTo>
                  <a:pt x="7371" y="1"/>
                </a:moveTo>
                <a:lnTo>
                  <a:pt x="640" y="980"/>
                </a:lnTo>
                <a:cubicBezTo>
                  <a:pt x="1" y="2830"/>
                  <a:pt x="501" y="5777"/>
                  <a:pt x="715" y="8075"/>
                </a:cubicBezTo>
                <a:cubicBezTo>
                  <a:pt x="902" y="10078"/>
                  <a:pt x="1143" y="11764"/>
                  <a:pt x="1143" y="11764"/>
                </a:cubicBezTo>
                <a:cubicBezTo>
                  <a:pt x="1143" y="11764"/>
                  <a:pt x="766" y="12777"/>
                  <a:pt x="793" y="14263"/>
                </a:cubicBezTo>
                <a:cubicBezTo>
                  <a:pt x="823" y="15844"/>
                  <a:pt x="1374" y="20172"/>
                  <a:pt x="1374" y="20172"/>
                </a:cubicBezTo>
                <a:cubicBezTo>
                  <a:pt x="1374" y="20172"/>
                  <a:pt x="1603" y="20271"/>
                  <a:pt x="1933" y="20271"/>
                </a:cubicBezTo>
                <a:cubicBezTo>
                  <a:pt x="2212" y="20271"/>
                  <a:pt x="2564" y="20200"/>
                  <a:pt x="2911" y="19937"/>
                </a:cubicBezTo>
                <a:cubicBezTo>
                  <a:pt x="2911" y="19937"/>
                  <a:pt x="3128" y="17265"/>
                  <a:pt x="3343" y="15408"/>
                </a:cubicBezTo>
                <a:cubicBezTo>
                  <a:pt x="3567" y="13470"/>
                  <a:pt x="3642" y="12074"/>
                  <a:pt x="3839" y="10928"/>
                </a:cubicBezTo>
                <a:cubicBezTo>
                  <a:pt x="4084" y="9503"/>
                  <a:pt x="4230" y="5073"/>
                  <a:pt x="4230" y="5073"/>
                </a:cubicBezTo>
                <a:lnTo>
                  <a:pt x="5335" y="9574"/>
                </a:lnTo>
                <a:cubicBezTo>
                  <a:pt x="5335" y="9574"/>
                  <a:pt x="4842" y="10659"/>
                  <a:pt x="4550" y="11835"/>
                </a:cubicBezTo>
                <a:cubicBezTo>
                  <a:pt x="4261" y="13009"/>
                  <a:pt x="3839" y="17713"/>
                  <a:pt x="3839" y="17713"/>
                </a:cubicBezTo>
                <a:cubicBezTo>
                  <a:pt x="3839" y="17713"/>
                  <a:pt x="4188" y="18094"/>
                  <a:pt x="4813" y="18094"/>
                </a:cubicBezTo>
                <a:cubicBezTo>
                  <a:pt x="4954" y="18094"/>
                  <a:pt x="5109" y="18074"/>
                  <a:pt x="5277" y="18027"/>
                </a:cubicBezTo>
                <a:cubicBezTo>
                  <a:pt x="5277" y="18027"/>
                  <a:pt x="7674" y="10557"/>
                  <a:pt x="7939" y="9786"/>
                </a:cubicBezTo>
                <a:cubicBezTo>
                  <a:pt x="8300" y="8725"/>
                  <a:pt x="7572" y="2156"/>
                  <a:pt x="7371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5"/>
          <p:cNvSpPr/>
          <p:nvPr/>
        </p:nvSpPr>
        <p:spPr>
          <a:xfrm>
            <a:off x="2404702" y="3316924"/>
            <a:ext cx="78081" cy="234672"/>
          </a:xfrm>
          <a:custGeom>
            <a:rect b="b" l="l" r="r" t="t"/>
            <a:pathLst>
              <a:path extrusionOk="0" h="5491" w="1827">
                <a:moveTo>
                  <a:pt x="1827" y="0"/>
                </a:moveTo>
                <a:lnTo>
                  <a:pt x="1827" y="0"/>
                </a:lnTo>
                <a:cubicBezTo>
                  <a:pt x="1055" y="691"/>
                  <a:pt x="90" y="803"/>
                  <a:pt x="90" y="803"/>
                </a:cubicBezTo>
                <a:lnTo>
                  <a:pt x="1" y="1945"/>
                </a:lnTo>
                <a:lnTo>
                  <a:pt x="871" y="5491"/>
                </a:lnTo>
                <a:lnTo>
                  <a:pt x="388" y="2092"/>
                </a:lnTo>
                <a:lnTo>
                  <a:pt x="498" y="1048"/>
                </a:lnTo>
                <a:cubicBezTo>
                  <a:pt x="1334" y="718"/>
                  <a:pt x="1827" y="0"/>
                  <a:pt x="182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25"/>
          <p:cNvSpPr/>
          <p:nvPr/>
        </p:nvSpPr>
        <p:spPr>
          <a:xfrm>
            <a:off x="2251281" y="2806788"/>
            <a:ext cx="290530" cy="441222"/>
          </a:xfrm>
          <a:custGeom>
            <a:rect b="b" l="l" r="r" t="t"/>
            <a:pathLst>
              <a:path extrusionOk="0" h="10324" w="6798">
                <a:moveTo>
                  <a:pt x="4554" y="1"/>
                </a:moveTo>
                <a:lnTo>
                  <a:pt x="3840" y="130"/>
                </a:lnTo>
                <a:lnTo>
                  <a:pt x="1800" y="840"/>
                </a:lnTo>
                <a:cubicBezTo>
                  <a:pt x="1800" y="840"/>
                  <a:pt x="1127" y="1048"/>
                  <a:pt x="719" y="1248"/>
                </a:cubicBezTo>
                <a:cubicBezTo>
                  <a:pt x="1290" y="2496"/>
                  <a:pt x="518" y="4369"/>
                  <a:pt x="518" y="4369"/>
                </a:cubicBezTo>
                <a:lnTo>
                  <a:pt x="1300" y="7011"/>
                </a:lnTo>
                <a:cubicBezTo>
                  <a:pt x="576" y="7953"/>
                  <a:pt x="294" y="8541"/>
                  <a:pt x="1" y="9782"/>
                </a:cubicBezTo>
                <a:cubicBezTo>
                  <a:pt x="238" y="10014"/>
                  <a:pt x="1064" y="10323"/>
                  <a:pt x="2222" y="10323"/>
                </a:cubicBezTo>
                <a:cubicBezTo>
                  <a:pt x="3453" y="10323"/>
                  <a:pt x="5060" y="9974"/>
                  <a:pt x="6732" y="8810"/>
                </a:cubicBezTo>
                <a:cubicBezTo>
                  <a:pt x="6732" y="8810"/>
                  <a:pt x="6437" y="6732"/>
                  <a:pt x="6311" y="5494"/>
                </a:cubicBezTo>
                <a:cubicBezTo>
                  <a:pt x="6797" y="3377"/>
                  <a:pt x="6675" y="2962"/>
                  <a:pt x="6536" y="2449"/>
                </a:cubicBezTo>
                <a:cubicBezTo>
                  <a:pt x="6145" y="1007"/>
                  <a:pt x="5729" y="827"/>
                  <a:pt x="4554" y="1"/>
                </a:cubicBezTo>
                <a:close/>
              </a:path>
            </a:pathLst>
          </a:custGeom>
          <a:solidFill>
            <a:srgbClr val="E0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5"/>
          <p:cNvSpPr/>
          <p:nvPr/>
        </p:nvSpPr>
        <p:spPr>
          <a:xfrm>
            <a:off x="2287607" y="3041450"/>
            <a:ext cx="3804" cy="13120"/>
          </a:xfrm>
          <a:custGeom>
            <a:rect b="b" l="l" r="r" t="t"/>
            <a:pathLst>
              <a:path extrusionOk="0" h="307" w="89">
                <a:moveTo>
                  <a:pt x="1" y="0"/>
                </a:moveTo>
                <a:lnTo>
                  <a:pt x="89" y="306"/>
                </a:lnTo>
                <a:close/>
              </a:path>
            </a:pathLst>
          </a:custGeom>
          <a:solidFill>
            <a:srgbClr val="E1E1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5"/>
          <p:cNvSpPr/>
          <p:nvPr/>
        </p:nvSpPr>
        <p:spPr>
          <a:xfrm>
            <a:off x="2287607" y="3041450"/>
            <a:ext cx="67910" cy="78509"/>
          </a:xfrm>
          <a:custGeom>
            <a:rect b="b" l="l" r="r" t="t"/>
            <a:pathLst>
              <a:path extrusionOk="0" h="1837" w="1589">
                <a:moveTo>
                  <a:pt x="1" y="0"/>
                </a:moveTo>
                <a:lnTo>
                  <a:pt x="89" y="306"/>
                </a:lnTo>
                <a:lnTo>
                  <a:pt x="450" y="1520"/>
                </a:lnTo>
                <a:lnTo>
                  <a:pt x="1589" y="1836"/>
                </a:lnTo>
                <a:lnTo>
                  <a:pt x="1589" y="1836"/>
                </a:lnTo>
                <a:lnTo>
                  <a:pt x="1" y="0"/>
                </a:lnTo>
                <a:close/>
              </a:path>
            </a:pathLst>
          </a:custGeom>
          <a:solidFill>
            <a:srgbClr val="E0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5"/>
          <p:cNvSpPr/>
          <p:nvPr/>
        </p:nvSpPr>
        <p:spPr>
          <a:xfrm>
            <a:off x="2269444" y="2559819"/>
            <a:ext cx="229629" cy="329121"/>
          </a:xfrm>
          <a:custGeom>
            <a:rect b="b" l="l" r="r" t="t"/>
            <a:pathLst>
              <a:path extrusionOk="0" h="7701" w="5373">
                <a:moveTo>
                  <a:pt x="4550" y="0"/>
                </a:moveTo>
                <a:cubicBezTo>
                  <a:pt x="4499" y="615"/>
                  <a:pt x="4138" y="1642"/>
                  <a:pt x="3142" y="2400"/>
                </a:cubicBezTo>
                <a:cubicBezTo>
                  <a:pt x="2146" y="3159"/>
                  <a:pt x="1388" y="3284"/>
                  <a:pt x="1388" y="3284"/>
                </a:cubicBezTo>
                <a:cubicBezTo>
                  <a:pt x="1277" y="3092"/>
                  <a:pt x="1085" y="3001"/>
                  <a:pt x="883" y="3001"/>
                </a:cubicBezTo>
                <a:cubicBezTo>
                  <a:pt x="671" y="3001"/>
                  <a:pt x="448" y="3101"/>
                  <a:pt x="297" y="3291"/>
                </a:cubicBezTo>
                <a:cubicBezTo>
                  <a:pt x="1" y="3661"/>
                  <a:pt x="147" y="4209"/>
                  <a:pt x="548" y="4471"/>
                </a:cubicBezTo>
                <a:cubicBezTo>
                  <a:pt x="706" y="4573"/>
                  <a:pt x="841" y="4608"/>
                  <a:pt x="951" y="4608"/>
                </a:cubicBezTo>
                <a:cubicBezTo>
                  <a:pt x="1182" y="4608"/>
                  <a:pt x="1306" y="4457"/>
                  <a:pt x="1306" y="4457"/>
                </a:cubicBezTo>
                <a:lnTo>
                  <a:pt x="1378" y="6680"/>
                </a:lnTo>
                <a:cubicBezTo>
                  <a:pt x="1378" y="6680"/>
                  <a:pt x="1895" y="7310"/>
                  <a:pt x="2520" y="7602"/>
                </a:cubicBezTo>
                <a:cubicBezTo>
                  <a:pt x="2668" y="7670"/>
                  <a:pt x="2839" y="7700"/>
                  <a:pt x="3016" y="7700"/>
                </a:cubicBezTo>
                <a:cubicBezTo>
                  <a:pt x="3593" y="7700"/>
                  <a:pt x="4223" y="7380"/>
                  <a:pt x="4244" y="7044"/>
                </a:cubicBezTo>
                <a:cubicBezTo>
                  <a:pt x="4275" y="6609"/>
                  <a:pt x="3415" y="5909"/>
                  <a:pt x="3415" y="5909"/>
                </a:cubicBezTo>
                <a:lnTo>
                  <a:pt x="3407" y="5178"/>
                </a:lnTo>
                <a:cubicBezTo>
                  <a:pt x="3887" y="5161"/>
                  <a:pt x="4377" y="5130"/>
                  <a:pt x="4628" y="4967"/>
                </a:cubicBezTo>
                <a:cubicBezTo>
                  <a:pt x="4879" y="4804"/>
                  <a:pt x="5373" y="4317"/>
                  <a:pt x="5369" y="2761"/>
                </a:cubicBezTo>
                <a:cubicBezTo>
                  <a:pt x="5359" y="921"/>
                  <a:pt x="4907" y="136"/>
                  <a:pt x="4550" y="0"/>
                </a:cubicBezTo>
                <a:close/>
              </a:path>
            </a:pathLst>
          </a:custGeom>
          <a:solidFill>
            <a:srgbClr val="FFA8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25"/>
          <p:cNvSpPr/>
          <p:nvPr/>
        </p:nvSpPr>
        <p:spPr>
          <a:xfrm>
            <a:off x="2398634" y="2673154"/>
            <a:ext cx="17651" cy="17693"/>
          </a:xfrm>
          <a:custGeom>
            <a:rect b="b" l="l" r="r" t="t"/>
            <a:pathLst>
              <a:path extrusionOk="0" h="414" w="413">
                <a:moveTo>
                  <a:pt x="238" y="1"/>
                </a:moveTo>
                <a:cubicBezTo>
                  <a:pt x="223" y="1"/>
                  <a:pt x="207" y="3"/>
                  <a:pt x="191" y="7"/>
                </a:cubicBezTo>
                <a:cubicBezTo>
                  <a:pt x="82" y="34"/>
                  <a:pt x="0" y="146"/>
                  <a:pt x="11" y="258"/>
                </a:cubicBezTo>
                <a:cubicBezTo>
                  <a:pt x="19" y="351"/>
                  <a:pt x="87" y="414"/>
                  <a:pt x="174" y="414"/>
                </a:cubicBezTo>
                <a:cubicBezTo>
                  <a:pt x="189" y="414"/>
                  <a:pt x="205" y="412"/>
                  <a:pt x="221" y="408"/>
                </a:cubicBezTo>
                <a:cubicBezTo>
                  <a:pt x="330" y="380"/>
                  <a:pt x="412" y="269"/>
                  <a:pt x="401" y="160"/>
                </a:cubicBezTo>
                <a:cubicBezTo>
                  <a:pt x="393" y="64"/>
                  <a:pt x="325" y="1"/>
                  <a:pt x="238" y="1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25"/>
          <p:cNvSpPr/>
          <p:nvPr/>
        </p:nvSpPr>
        <p:spPr>
          <a:xfrm>
            <a:off x="2418121" y="2735591"/>
            <a:ext cx="21070" cy="11881"/>
          </a:xfrm>
          <a:custGeom>
            <a:rect b="b" l="l" r="r" t="t"/>
            <a:pathLst>
              <a:path extrusionOk="0" h="278" w="493">
                <a:moveTo>
                  <a:pt x="34" y="0"/>
                </a:moveTo>
                <a:lnTo>
                  <a:pt x="34" y="0"/>
                </a:lnTo>
                <a:cubicBezTo>
                  <a:pt x="0" y="140"/>
                  <a:pt x="74" y="262"/>
                  <a:pt x="201" y="276"/>
                </a:cubicBezTo>
                <a:cubicBezTo>
                  <a:pt x="209" y="277"/>
                  <a:pt x="217" y="278"/>
                  <a:pt x="225" y="278"/>
                </a:cubicBezTo>
                <a:cubicBezTo>
                  <a:pt x="346" y="278"/>
                  <a:pt x="461" y="183"/>
                  <a:pt x="493" y="55"/>
                </a:cubicBezTo>
                <a:lnTo>
                  <a:pt x="34" y="0"/>
                </a:lnTo>
                <a:close/>
              </a:path>
            </a:pathLst>
          </a:custGeom>
          <a:solidFill>
            <a:srgbClr val="F28F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25"/>
          <p:cNvSpPr/>
          <p:nvPr/>
        </p:nvSpPr>
        <p:spPr>
          <a:xfrm>
            <a:off x="2466455" y="2625504"/>
            <a:ext cx="20258" cy="14830"/>
          </a:xfrm>
          <a:custGeom>
            <a:rect b="b" l="l" r="r" t="t"/>
            <a:pathLst>
              <a:path extrusionOk="0" h="347" w="474">
                <a:moveTo>
                  <a:pt x="241" y="0"/>
                </a:moveTo>
                <a:cubicBezTo>
                  <a:pt x="149" y="0"/>
                  <a:pt x="52" y="59"/>
                  <a:pt x="1" y="156"/>
                </a:cubicBezTo>
                <a:lnTo>
                  <a:pt x="406" y="346"/>
                </a:lnTo>
                <a:cubicBezTo>
                  <a:pt x="473" y="221"/>
                  <a:pt x="440" y="75"/>
                  <a:pt x="327" y="20"/>
                </a:cubicBezTo>
                <a:cubicBezTo>
                  <a:pt x="300" y="7"/>
                  <a:pt x="271" y="0"/>
                  <a:pt x="241" y="0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25"/>
          <p:cNvSpPr/>
          <p:nvPr/>
        </p:nvSpPr>
        <p:spPr>
          <a:xfrm>
            <a:off x="2382223" y="2644308"/>
            <a:ext cx="17907" cy="17822"/>
          </a:xfrm>
          <a:custGeom>
            <a:rect b="b" l="l" r="r" t="t"/>
            <a:pathLst>
              <a:path extrusionOk="0" h="417" w="419">
                <a:moveTo>
                  <a:pt x="228" y="0"/>
                </a:moveTo>
                <a:cubicBezTo>
                  <a:pt x="172" y="0"/>
                  <a:pt x="120" y="21"/>
                  <a:pt x="82" y="63"/>
                </a:cubicBezTo>
                <a:cubicBezTo>
                  <a:pt x="1" y="155"/>
                  <a:pt x="14" y="314"/>
                  <a:pt x="116" y="416"/>
                </a:cubicBezTo>
                <a:lnTo>
                  <a:pt x="418" y="84"/>
                </a:lnTo>
                <a:cubicBezTo>
                  <a:pt x="363" y="28"/>
                  <a:pt x="293" y="0"/>
                  <a:pt x="228" y="0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5"/>
          <p:cNvSpPr/>
          <p:nvPr/>
        </p:nvSpPr>
        <p:spPr>
          <a:xfrm>
            <a:off x="2463293" y="2653966"/>
            <a:ext cx="17480" cy="17736"/>
          </a:xfrm>
          <a:custGeom>
            <a:rect b="b" l="l" r="r" t="t"/>
            <a:pathLst>
              <a:path extrusionOk="0" h="415" w="409">
                <a:moveTo>
                  <a:pt x="237" y="1"/>
                </a:moveTo>
                <a:cubicBezTo>
                  <a:pt x="222" y="1"/>
                  <a:pt x="206" y="3"/>
                  <a:pt x="191" y="7"/>
                </a:cubicBezTo>
                <a:cubicBezTo>
                  <a:pt x="82" y="34"/>
                  <a:pt x="1" y="146"/>
                  <a:pt x="10" y="255"/>
                </a:cubicBezTo>
                <a:cubicBezTo>
                  <a:pt x="16" y="351"/>
                  <a:pt x="86" y="414"/>
                  <a:pt x="174" y="414"/>
                </a:cubicBezTo>
                <a:cubicBezTo>
                  <a:pt x="189" y="414"/>
                  <a:pt x="205" y="412"/>
                  <a:pt x="221" y="408"/>
                </a:cubicBezTo>
                <a:cubicBezTo>
                  <a:pt x="330" y="381"/>
                  <a:pt x="409" y="269"/>
                  <a:pt x="401" y="160"/>
                </a:cubicBezTo>
                <a:cubicBezTo>
                  <a:pt x="393" y="64"/>
                  <a:pt x="322" y="1"/>
                  <a:pt x="237" y="1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25"/>
          <p:cNvSpPr/>
          <p:nvPr/>
        </p:nvSpPr>
        <p:spPr>
          <a:xfrm>
            <a:off x="2442523" y="2659479"/>
            <a:ext cx="27352" cy="54533"/>
          </a:xfrm>
          <a:custGeom>
            <a:rect b="b" l="l" r="r" t="t"/>
            <a:pathLst>
              <a:path extrusionOk="0" h="1276" w="640">
                <a:moveTo>
                  <a:pt x="0" y="0"/>
                </a:moveTo>
                <a:lnTo>
                  <a:pt x="21" y="1276"/>
                </a:lnTo>
                <a:lnTo>
                  <a:pt x="639" y="956"/>
                </a:lnTo>
                <a:lnTo>
                  <a:pt x="0" y="0"/>
                </a:lnTo>
                <a:close/>
              </a:path>
            </a:pathLst>
          </a:custGeom>
          <a:solidFill>
            <a:srgbClr val="F28F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5"/>
          <p:cNvSpPr/>
          <p:nvPr/>
        </p:nvSpPr>
        <p:spPr>
          <a:xfrm>
            <a:off x="2341795" y="2763070"/>
            <a:ext cx="73594" cy="31583"/>
          </a:xfrm>
          <a:custGeom>
            <a:rect b="b" l="l" r="r" t="t"/>
            <a:pathLst>
              <a:path extrusionOk="0" h="739" w="1722">
                <a:moveTo>
                  <a:pt x="1" y="0"/>
                </a:moveTo>
                <a:cubicBezTo>
                  <a:pt x="1" y="1"/>
                  <a:pt x="62" y="245"/>
                  <a:pt x="379" y="446"/>
                </a:cubicBezTo>
                <a:cubicBezTo>
                  <a:pt x="691" y="647"/>
                  <a:pt x="1722" y="738"/>
                  <a:pt x="1722" y="738"/>
                </a:cubicBezTo>
                <a:lnTo>
                  <a:pt x="1714" y="422"/>
                </a:lnTo>
                <a:cubicBezTo>
                  <a:pt x="1645" y="427"/>
                  <a:pt x="1566" y="430"/>
                  <a:pt x="1480" y="430"/>
                </a:cubicBezTo>
                <a:cubicBezTo>
                  <a:pt x="942" y="430"/>
                  <a:pt x="151" y="323"/>
                  <a:pt x="1" y="0"/>
                </a:cubicBezTo>
                <a:close/>
              </a:path>
            </a:pathLst>
          </a:custGeom>
          <a:solidFill>
            <a:srgbClr val="F28F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5"/>
          <p:cNvSpPr/>
          <p:nvPr/>
        </p:nvSpPr>
        <p:spPr>
          <a:xfrm>
            <a:off x="2080894" y="2860123"/>
            <a:ext cx="290059" cy="440282"/>
          </a:xfrm>
          <a:custGeom>
            <a:rect b="b" l="l" r="r" t="t"/>
            <a:pathLst>
              <a:path extrusionOk="0" h="10302" w="6787">
                <a:moveTo>
                  <a:pt x="4706" y="0"/>
                </a:moveTo>
                <a:lnTo>
                  <a:pt x="4706" y="0"/>
                </a:lnTo>
                <a:cubicBezTo>
                  <a:pt x="4706" y="0"/>
                  <a:pt x="3777" y="239"/>
                  <a:pt x="3084" y="1258"/>
                </a:cubicBezTo>
                <a:cubicBezTo>
                  <a:pt x="2417" y="2234"/>
                  <a:pt x="347" y="5919"/>
                  <a:pt x="173" y="6202"/>
                </a:cubicBezTo>
                <a:cubicBezTo>
                  <a:pt x="0" y="6484"/>
                  <a:pt x="51" y="6817"/>
                  <a:pt x="361" y="7082"/>
                </a:cubicBezTo>
                <a:cubicBezTo>
                  <a:pt x="667" y="7344"/>
                  <a:pt x="3366" y="9476"/>
                  <a:pt x="3366" y="9476"/>
                </a:cubicBezTo>
                <a:cubicBezTo>
                  <a:pt x="3518" y="9578"/>
                  <a:pt x="3634" y="9721"/>
                  <a:pt x="3923" y="9952"/>
                </a:cubicBezTo>
                <a:cubicBezTo>
                  <a:pt x="4056" y="10057"/>
                  <a:pt x="4199" y="10183"/>
                  <a:pt x="4372" y="10227"/>
                </a:cubicBezTo>
                <a:cubicBezTo>
                  <a:pt x="4544" y="10275"/>
                  <a:pt x="4726" y="10302"/>
                  <a:pt x="4917" y="10302"/>
                </a:cubicBezTo>
                <a:cubicBezTo>
                  <a:pt x="4972" y="10302"/>
                  <a:pt x="5027" y="10300"/>
                  <a:pt x="5083" y="10295"/>
                </a:cubicBezTo>
                <a:cubicBezTo>
                  <a:pt x="5399" y="10268"/>
                  <a:pt x="5739" y="10162"/>
                  <a:pt x="6055" y="9962"/>
                </a:cubicBezTo>
                <a:cubicBezTo>
                  <a:pt x="6228" y="9853"/>
                  <a:pt x="6395" y="9713"/>
                  <a:pt x="6528" y="9544"/>
                </a:cubicBezTo>
                <a:cubicBezTo>
                  <a:pt x="6660" y="9377"/>
                  <a:pt x="6759" y="9176"/>
                  <a:pt x="6779" y="8990"/>
                </a:cubicBezTo>
                <a:cubicBezTo>
                  <a:pt x="6782" y="8952"/>
                  <a:pt x="6786" y="8911"/>
                  <a:pt x="6769" y="8884"/>
                </a:cubicBezTo>
                <a:cubicBezTo>
                  <a:pt x="6746" y="8833"/>
                  <a:pt x="6677" y="8826"/>
                  <a:pt x="6616" y="8823"/>
                </a:cubicBezTo>
                <a:cubicBezTo>
                  <a:pt x="6546" y="8820"/>
                  <a:pt x="6473" y="8819"/>
                  <a:pt x="6400" y="8819"/>
                </a:cubicBezTo>
                <a:cubicBezTo>
                  <a:pt x="6282" y="8819"/>
                  <a:pt x="6161" y="8821"/>
                  <a:pt x="6041" y="8821"/>
                </a:cubicBezTo>
                <a:cubicBezTo>
                  <a:pt x="5873" y="8821"/>
                  <a:pt x="5709" y="8816"/>
                  <a:pt x="5558" y="8789"/>
                </a:cubicBezTo>
                <a:cubicBezTo>
                  <a:pt x="5283" y="8738"/>
                  <a:pt x="5110" y="8660"/>
                  <a:pt x="5167" y="8619"/>
                </a:cubicBezTo>
                <a:cubicBezTo>
                  <a:pt x="5225" y="8575"/>
                  <a:pt x="5382" y="8616"/>
                  <a:pt x="5654" y="8524"/>
                </a:cubicBezTo>
                <a:cubicBezTo>
                  <a:pt x="5912" y="8436"/>
                  <a:pt x="6167" y="8194"/>
                  <a:pt x="6157" y="8051"/>
                </a:cubicBezTo>
                <a:cubicBezTo>
                  <a:pt x="6151" y="7973"/>
                  <a:pt x="6149" y="7947"/>
                  <a:pt x="6104" y="7947"/>
                </a:cubicBezTo>
                <a:cubicBezTo>
                  <a:pt x="6067" y="7947"/>
                  <a:pt x="6002" y="7965"/>
                  <a:pt x="5881" y="7987"/>
                </a:cubicBezTo>
                <a:cubicBezTo>
                  <a:pt x="5616" y="8037"/>
                  <a:pt x="5392" y="7993"/>
                  <a:pt x="5015" y="8095"/>
                </a:cubicBezTo>
                <a:cubicBezTo>
                  <a:pt x="4769" y="8160"/>
                  <a:pt x="4638" y="8175"/>
                  <a:pt x="4473" y="8175"/>
                </a:cubicBezTo>
                <a:cubicBezTo>
                  <a:pt x="4411" y="8175"/>
                  <a:pt x="4345" y="8173"/>
                  <a:pt x="4267" y="8170"/>
                </a:cubicBezTo>
                <a:cubicBezTo>
                  <a:pt x="3719" y="8147"/>
                  <a:pt x="2285" y="6290"/>
                  <a:pt x="2285" y="6290"/>
                </a:cubicBezTo>
                <a:lnTo>
                  <a:pt x="4505" y="3121"/>
                </a:lnTo>
                <a:cubicBezTo>
                  <a:pt x="4505" y="3121"/>
                  <a:pt x="5467" y="1028"/>
                  <a:pt x="4706" y="0"/>
                </a:cubicBezTo>
                <a:close/>
              </a:path>
            </a:pathLst>
          </a:custGeom>
          <a:solidFill>
            <a:srgbClr val="FFA8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0" name="Google Shape;250;p25"/>
          <p:cNvGrpSpPr/>
          <p:nvPr/>
        </p:nvGrpSpPr>
        <p:grpSpPr>
          <a:xfrm>
            <a:off x="720009" y="1288367"/>
            <a:ext cx="1118617" cy="2122358"/>
            <a:chOff x="-1269564" y="1444292"/>
            <a:chExt cx="1332004" cy="2556749"/>
          </a:xfrm>
        </p:grpSpPr>
        <p:sp>
          <p:nvSpPr>
            <p:cNvPr id="251" name="Google Shape;251;p25"/>
            <p:cNvSpPr/>
            <p:nvPr/>
          </p:nvSpPr>
          <p:spPr>
            <a:xfrm>
              <a:off x="-1269564" y="3149551"/>
              <a:ext cx="1287456" cy="739674"/>
            </a:xfrm>
            <a:custGeom>
              <a:rect b="b" l="l" r="r" t="t"/>
              <a:pathLst>
                <a:path extrusionOk="0" h="14613" w="25435">
                  <a:moveTo>
                    <a:pt x="22131" y="0"/>
                  </a:moveTo>
                  <a:cubicBezTo>
                    <a:pt x="21962" y="0"/>
                    <a:pt x="21792" y="37"/>
                    <a:pt x="21661" y="112"/>
                  </a:cubicBezTo>
                  <a:lnTo>
                    <a:pt x="259" y="12471"/>
                  </a:lnTo>
                  <a:cubicBezTo>
                    <a:pt x="1" y="12620"/>
                    <a:pt x="1" y="12861"/>
                    <a:pt x="259" y="13011"/>
                  </a:cubicBezTo>
                  <a:lnTo>
                    <a:pt x="2839" y="14501"/>
                  </a:lnTo>
                  <a:cubicBezTo>
                    <a:pt x="2969" y="14575"/>
                    <a:pt x="3138" y="14613"/>
                    <a:pt x="3307" y="14613"/>
                  </a:cubicBezTo>
                  <a:cubicBezTo>
                    <a:pt x="3476" y="14613"/>
                    <a:pt x="3645" y="14575"/>
                    <a:pt x="3774" y="14501"/>
                  </a:cubicBezTo>
                  <a:lnTo>
                    <a:pt x="25176" y="2142"/>
                  </a:lnTo>
                  <a:cubicBezTo>
                    <a:pt x="25435" y="1992"/>
                    <a:pt x="25435" y="1751"/>
                    <a:pt x="25176" y="1601"/>
                  </a:cubicBezTo>
                  <a:lnTo>
                    <a:pt x="22599" y="112"/>
                  </a:lnTo>
                  <a:cubicBezTo>
                    <a:pt x="22470" y="37"/>
                    <a:pt x="22301" y="0"/>
                    <a:pt x="22131" y="0"/>
                  </a:cubicBezTo>
                  <a:close/>
                </a:path>
              </a:pathLst>
            </a:custGeom>
            <a:solidFill>
              <a:srgbClr val="000000">
                <a:alpha val="3213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25"/>
            <p:cNvSpPr/>
            <p:nvPr/>
          </p:nvSpPr>
          <p:spPr>
            <a:xfrm>
              <a:off x="58795" y="2970770"/>
              <a:ext cx="253" cy="709"/>
            </a:xfrm>
            <a:custGeom>
              <a:rect b="b" l="l" r="r" t="t"/>
              <a:pathLst>
                <a:path extrusionOk="0" h="14" w="5">
                  <a:moveTo>
                    <a:pt x="0" y="13"/>
                  </a:moveTo>
                  <a:cubicBezTo>
                    <a:pt x="0" y="7"/>
                    <a:pt x="4" y="3"/>
                    <a:pt x="4" y="0"/>
                  </a:cubicBezTo>
                  <a:cubicBezTo>
                    <a:pt x="4" y="3"/>
                    <a:pt x="0" y="7"/>
                    <a:pt x="0" y="13"/>
                  </a:cubicBezTo>
                  <a:close/>
                </a:path>
              </a:pathLst>
            </a:custGeom>
            <a:solidFill>
              <a:srgbClr val="27DE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25"/>
            <p:cNvSpPr/>
            <p:nvPr/>
          </p:nvSpPr>
          <p:spPr>
            <a:xfrm>
              <a:off x="56366" y="2971428"/>
              <a:ext cx="2480" cy="7086"/>
            </a:xfrm>
            <a:custGeom>
              <a:rect b="b" l="l" r="r" t="t"/>
              <a:pathLst>
                <a:path extrusionOk="0" h="140" w="49">
                  <a:moveTo>
                    <a:pt x="48" y="0"/>
                  </a:moveTo>
                  <a:cubicBezTo>
                    <a:pt x="42" y="14"/>
                    <a:pt x="36" y="29"/>
                    <a:pt x="30" y="44"/>
                  </a:cubicBezTo>
                  <a:lnTo>
                    <a:pt x="30" y="44"/>
                  </a:lnTo>
                  <a:cubicBezTo>
                    <a:pt x="36" y="30"/>
                    <a:pt x="42" y="15"/>
                    <a:pt x="48" y="0"/>
                  </a:cubicBezTo>
                  <a:close/>
                  <a:moveTo>
                    <a:pt x="30" y="44"/>
                  </a:moveTo>
                  <a:cubicBezTo>
                    <a:pt x="18" y="76"/>
                    <a:pt x="8" y="107"/>
                    <a:pt x="1" y="140"/>
                  </a:cubicBezTo>
                  <a:cubicBezTo>
                    <a:pt x="10" y="108"/>
                    <a:pt x="19" y="75"/>
                    <a:pt x="30" y="44"/>
                  </a:cubicBezTo>
                  <a:close/>
                </a:path>
              </a:pathLst>
            </a:custGeom>
            <a:solidFill>
              <a:srgbClr val="27DE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25"/>
            <p:cNvSpPr/>
            <p:nvPr/>
          </p:nvSpPr>
          <p:spPr>
            <a:xfrm>
              <a:off x="58795" y="2970770"/>
              <a:ext cx="253" cy="709"/>
            </a:xfrm>
            <a:custGeom>
              <a:rect b="b" l="l" r="r" t="t"/>
              <a:pathLst>
                <a:path extrusionOk="0" h="14" w="5">
                  <a:moveTo>
                    <a:pt x="0" y="7"/>
                  </a:moveTo>
                  <a:lnTo>
                    <a:pt x="0" y="13"/>
                  </a:lnTo>
                  <a:lnTo>
                    <a:pt x="0" y="7"/>
                  </a:lnTo>
                  <a:close/>
                  <a:moveTo>
                    <a:pt x="4" y="0"/>
                  </a:moveTo>
                  <a:cubicBezTo>
                    <a:pt x="4" y="0"/>
                    <a:pt x="4" y="3"/>
                    <a:pt x="0" y="7"/>
                  </a:cubicBezTo>
                  <a:cubicBezTo>
                    <a:pt x="4" y="3"/>
                    <a:pt x="4" y="0"/>
                    <a:pt x="4" y="0"/>
                  </a:cubicBezTo>
                  <a:close/>
                </a:path>
              </a:pathLst>
            </a:custGeom>
            <a:solidFill>
              <a:srgbClr val="23C7A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25"/>
            <p:cNvSpPr/>
            <p:nvPr/>
          </p:nvSpPr>
          <p:spPr>
            <a:xfrm>
              <a:off x="56366" y="2975224"/>
              <a:ext cx="1114" cy="3290"/>
            </a:xfrm>
            <a:custGeom>
              <a:rect b="b" l="l" r="r" t="t"/>
              <a:pathLst>
                <a:path extrusionOk="0" h="65" w="22">
                  <a:moveTo>
                    <a:pt x="21" y="0"/>
                  </a:moveTo>
                  <a:cubicBezTo>
                    <a:pt x="15" y="14"/>
                    <a:pt x="11" y="27"/>
                    <a:pt x="7" y="41"/>
                  </a:cubicBezTo>
                  <a:cubicBezTo>
                    <a:pt x="5" y="45"/>
                    <a:pt x="4" y="51"/>
                    <a:pt x="3" y="57"/>
                  </a:cubicBezTo>
                  <a:lnTo>
                    <a:pt x="3" y="57"/>
                  </a:lnTo>
                  <a:cubicBezTo>
                    <a:pt x="9" y="39"/>
                    <a:pt x="16" y="18"/>
                    <a:pt x="21" y="0"/>
                  </a:cubicBezTo>
                  <a:close/>
                  <a:moveTo>
                    <a:pt x="3" y="57"/>
                  </a:moveTo>
                  <a:cubicBezTo>
                    <a:pt x="2" y="60"/>
                    <a:pt x="2" y="62"/>
                    <a:pt x="1" y="65"/>
                  </a:cubicBezTo>
                  <a:cubicBezTo>
                    <a:pt x="2" y="62"/>
                    <a:pt x="3" y="60"/>
                    <a:pt x="3" y="57"/>
                  </a:cubicBezTo>
                  <a:close/>
                </a:path>
              </a:pathLst>
            </a:custGeom>
            <a:solidFill>
              <a:srgbClr val="23C7A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25"/>
            <p:cNvSpPr/>
            <p:nvPr/>
          </p:nvSpPr>
          <p:spPr>
            <a:xfrm>
              <a:off x="60162" y="2963835"/>
              <a:ext cx="2278" cy="4353"/>
            </a:xfrm>
            <a:custGeom>
              <a:rect b="b" l="l" r="r" t="t"/>
              <a:pathLst>
                <a:path extrusionOk="0" h="86" w="45">
                  <a:moveTo>
                    <a:pt x="45" y="1"/>
                  </a:moveTo>
                  <a:lnTo>
                    <a:pt x="42" y="4"/>
                  </a:lnTo>
                  <a:cubicBezTo>
                    <a:pt x="39" y="8"/>
                    <a:pt x="37" y="13"/>
                    <a:pt x="35" y="17"/>
                  </a:cubicBezTo>
                  <a:lnTo>
                    <a:pt x="35" y="17"/>
                  </a:lnTo>
                  <a:cubicBezTo>
                    <a:pt x="38" y="12"/>
                    <a:pt x="42" y="6"/>
                    <a:pt x="45" y="1"/>
                  </a:cubicBezTo>
                  <a:close/>
                  <a:moveTo>
                    <a:pt x="35" y="17"/>
                  </a:moveTo>
                  <a:cubicBezTo>
                    <a:pt x="22" y="39"/>
                    <a:pt x="11" y="62"/>
                    <a:pt x="1" y="86"/>
                  </a:cubicBezTo>
                  <a:cubicBezTo>
                    <a:pt x="12" y="63"/>
                    <a:pt x="23" y="40"/>
                    <a:pt x="35" y="17"/>
                  </a:cubicBezTo>
                  <a:close/>
                </a:path>
              </a:pathLst>
            </a:custGeom>
            <a:solidFill>
              <a:srgbClr val="70D3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25"/>
            <p:cNvSpPr/>
            <p:nvPr/>
          </p:nvSpPr>
          <p:spPr>
            <a:xfrm>
              <a:off x="-1223452" y="1444292"/>
              <a:ext cx="1187841" cy="2384034"/>
            </a:xfrm>
            <a:custGeom>
              <a:rect b="b" l="l" r="r" t="t"/>
              <a:pathLst>
                <a:path extrusionOk="0" h="47099" w="23467">
                  <a:moveTo>
                    <a:pt x="21266" y="0"/>
                  </a:moveTo>
                  <a:cubicBezTo>
                    <a:pt x="21096" y="0"/>
                    <a:pt x="20926" y="38"/>
                    <a:pt x="20797" y="113"/>
                  </a:cubicBezTo>
                  <a:lnTo>
                    <a:pt x="470" y="11849"/>
                  </a:lnTo>
                  <a:cubicBezTo>
                    <a:pt x="211" y="11998"/>
                    <a:pt x="1" y="12362"/>
                    <a:pt x="1" y="12661"/>
                  </a:cubicBezTo>
                  <a:lnTo>
                    <a:pt x="1" y="45446"/>
                  </a:lnTo>
                  <a:cubicBezTo>
                    <a:pt x="1" y="45745"/>
                    <a:pt x="211" y="46109"/>
                    <a:pt x="470" y="46258"/>
                  </a:cubicBezTo>
                  <a:lnTo>
                    <a:pt x="1731" y="46986"/>
                  </a:lnTo>
                  <a:cubicBezTo>
                    <a:pt x="1860" y="47061"/>
                    <a:pt x="2030" y="47098"/>
                    <a:pt x="2200" y="47098"/>
                  </a:cubicBezTo>
                  <a:cubicBezTo>
                    <a:pt x="2370" y="47098"/>
                    <a:pt x="2540" y="47061"/>
                    <a:pt x="2669" y="46986"/>
                  </a:cubicBezTo>
                  <a:lnTo>
                    <a:pt x="22997" y="35249"/>
                  </a:lnTo>
                  <a:cubicBezTo>
                    <a:pt x="23256" y="35100"/>
                    <a:pt x="23466" y="34736"/>
                    <a:pt x="23466" y="34437"/>
                  </a:cubicBezTo>
                  <a:lnTo>
                    <a:pt x="23466" y="1653"/>
                  </a:lnTo>
                  <a:cubicBezTo>
                    <a:pt x="23466" y="1354"/>
                    <a:pt x="23256" y="990"/>
                    <a:pt x="22997" y="840"/>
                  </a:cubicBezTo>
                  <a:lnTo>
                    <a:pt x="21735" y="113"/>
                  </a:lnTo>
                  <a:cubicBezTo>
                    <a:pt x="21606" y="38"/>
                    <a:pt x="21436" y="0"/>
                    <a:pt x="212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25"/>
            <p:cNvSpPr/>
            <p:nvPr/>
          </p:nvSpPr>
          <p:spPr>
            <a:xfrm>
              <a:off x="-1219858" y="1444292"/>
              <a:ext cx="1184247" cy="681666"/>
            </a:xfrm>
            <a:custGeom>
              <a:rect b="b" l="l" r="r" t="t"/>
              <a:pathLst>
                <a:path extrusionOk="0" h="13467" w="23396">
                  <a:moveTo>
                    <a:pt x="21195" y="0"/>
                  </a:moveTo>
                  <a:cubicBezTo>
                    <a:pt x="21025" y="0"/>
                    <a:pt x="20855" y="38"/>
                    <a:pt x="20726" y="113"/>
                  </a:cubicBezTo>
                  <a:lnTo>
                    <a:pt x="399" y="11849"/>
                  </a:lnTo>
                  <a:cubicBezTo>
                    <a:pt x="232" y="11944"/>
                    <a:pt x="86" y="12131"/>
                    <a:pt x="1" y="12335"/>
                  </a:cubicBezTo>
                  <a:cubicBezTo>
                    <a:pt x="21" y="12288"/>
                    <a:pt x="45" y="12243"/>
                    <a:pt x="69" y="12199"/>
                  </a:cubicBezTo>
                  <a:lnTo>
                    <a:pt x="2268" y="13467"/>
                  </a:lnTo>
                  <a:cubicBezTo>
                    <a:pt x="2353" y="13321"/>
                    <a:pt x="2469" y="13195"/>
                    <a:pt x="2598" y="13117"/>
                  </a:cubicBezTo>
                  <a:lnTo>
                    <a:pt x="22926" y="1384"/>
                  </a:lnTo>
                  <a:cubicBezTo>
                    <a:pt x="23002" y="1340"/>
                    <a:pt x="23073" y="1320"/>
                    <a:pt x="23136" y="1320"/>
                  </a:cubicBezTo>
                  <a:cubicBezTo>
                    <a:pt x="23290" y="1320"/>
                    <a:pt x="23395" y="1441"/>
                    <a:pt x="23395" y="1652"/>
                  </a:cubicBezTo>
                  <a:lnTo>
                    <a:pt x="23395" y="1652"/>
                  </a:lnTo>
                  <a:cubicBezTo>
                    <a:pt x="23395" y="1353"/>
                    <a:pt x="23184" y="990"/>
                    <a:pt x="22926" y="840"/>
                  </a:cubicBezTo>
                  <a:lnTo>
                    <a:pt x="21664" y="113"/>
                  </a:lnTo>
                  <a:cubicBezTo>
                    <a:pt x="21535" y="38"/>
                    <a:pt x="21365" y="0"/>
                    <a:pt x="2119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25"/>
            <p:cNvSpPr/>
            <p:nvPr/>
          </p:nvSpPr>
          <p:spPr>
            <a:xfrm>
              <a:off x="-1037786" y="1691661"/>
              <a:ext cx="909040" cy="1664556"/>
            </a:xfrm>
            <a:custGeom>
              <a:rect b="b" l="l" r="r" t="t"/>
              <a:pathLst>
                <a:path extrusionOk="0" h="32885" w="17959">
                  <a:moveTo>
                    <a:pt x="17741" y="1"/>
                  </a:moveTo>
                  <a:cubicBezTo>
                    <a:pt x="17689" y="1"/>
                    <a:pt x="17630" y="18"/>
                    <a:pt x="17568" y="53"/>
                  </a:cubicBezTo>
                  <a:lnTo>
                    <a:pt x="392" y="9971"/>
                  </a:lnTo>
                  <a:cubicBezTo>
                    <a:pt x="174" y="10097"/>
                    <a:pt x="1" y="10399"/>
                    <a:pt x="1" y="10651"/>
                  </a:cubicBezTo>
                  <a:lnTo>
                    <a:pt x="1" y="32606"/>
                  </a:lnTo>
                  <a:cubicBezTo>
                    <a:pt x="1" y="32782"/>
                    <a:pt x="88" y="32885"/>
                    <a:pt x="216" y="32885"/>
                  </a:cubicBezTo>
                  <a:cubicBezTo>
                    <a:pt x="269" y="32885"/>
                    <a:pt x="329" y="32867"/>
                    <a:pt x="392" y="32831"/>
                  </a:cubicBezTo>
                  <a:lnTo>
                    <a:pt x="17568" y="22914"/>
                  </a:lnTo>
                  <a:cubicBezTo>
                    <a:pt x="17782" y="22788"/>
                    <a:pt x="17959" y="22485"/>
                    <a:pt x="17959" y="22237"/>
                  </a:cubicBezTo>
                  <a:lnTo>
                    <a:pt x="17959" y="281"/>
                  </a:lnTo>
                  <a:cubicBezTo>
                    <a:pt x="17959" y="102"/>
                    <a:pt x="17870" y="1"/>
                    <a:pt x="17741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25"/>
            <p:cNvSpPr/>
            <p:nvPr/>
          </p:nvSpPr>
          <p:spPr>
            <a:xfrm>
              <a:off x="-1222085" y="2066071"/>
              <a:ext cx="129631" cy="1766601"/>
            </a:xfrm>
            <a:custGeom>
              <a:rect b="b" l="l" r="r" t="t"/>
              <a:pathLst>
                <a:path extrusionOk="0" h="34901" w="2561">
                  <a:moveTo>
                    <a:pt x="140" y="0"/>
                  </a:moveTo>
                  <a:cubicBezTo>
                    <a:pt x="86" y="92"/>
                    <a:pt x="45" y="190"/>
                    <a:pt x="21" y="289"/>
                  </a:cubicBezTo>
                  <a:cubicBezTo>
                    <a:pt x="7" y="347"/>
                    <a:pt x="1" y="405"/>
                    <a:pt x="1" y="459"/>
                  </a:cubicBezTo>
                  <a:lnTo>
                    <a:pt x="4" y="33247"/>
                  </a:lnTo>
                  <a:cubicBezTo>
                    <a:pt x="4" y="33546"/>
                    <a:pt x="211" y="33910"/>
                    <a:pt x="470" y="34060"/>
                  </a:cubicBezTo>
                  <a:lnTo>
                    <a:pt x="1732" y="34787"/>
                  </a:lnTo>
                  <a:cubicBezTo>
                    <a:pt x="1765" y="34804"/>
                    <a:pt x="1799" y="34821"/>
                    <a:pt x="1837" y="34835"/>
                  </a:cubicBezTo>
                  <a:cubicBezTo>
                    <a:pt x="1854" y="34845"/>
                    <a:pt x="1874" y="34848"/>
                    <a:pt x="1891" y="34855"/>
                  </a:cubicBezTo>
                  <a:cubicBezTo>
                    <a:pt x="1932" y="34865"/>
                    <a:pt x="1973" y="34876"/>
                    <a:pt x="2010" y="34882"/>
                  </a:cubicBezTo>
                  <a:cubicBezTo>
                    <a:pt x="2073" y="34894"/>
                    <a:pt x="2138" y="34900"/>
                    <a:pt x="2202" y="34900"/>
                  </a:cubicBezTo>
                  <a:cubicBezTo>
                    <a:pt x="2266" y="34900"/>
                    <a:pt x="2330" y="34894"/>
                    <a:pt x="2391" y="34882"/>
                  </a:cubicBezTo>
                  <a:cubicBezTo>
                    <a:pt x="2422" y="34879"/>
                    <a:pt x="2452" y="34872"/>
                    <a:pt x="2483" y="34862"/>
                  </a:cubicBezTo>
                  <a:cubicBezTo>
                    <a:pt x="2507" y="34855"/>
                    <a:pt x="2534" y="34848"/>
                    <a:pt x="2561" y="34835"/>
                  </a:cubicBezTo>
                  <a:lnTo>
                    <a:pt x="2561" y="34835"/>
                  </a:lnTo>
                  <a:cubicBezTo>
                    <a:pt x="2524" y="34846"/>
                    <a:pt x="2490" y="34852"/>
                    <a:pt x="2458" y="34852"/>
                  </a:cubicBezTo>
                  <a:cubicBezTo>
                    <a:pt x="2305" y="34852"/>
                    <a:pt x="2201" y="34729"/>
                    <a:pt x="2201" y="34515"/>
                  </a:cubicBezTo>
                  <a:lnTo>
                    <a:pt x="2201" y="1731"/>
                  </a:lnTo>
                  <a:cubicBezTo>
                    <a:pt x="2201" y="1581"/>
                    <a:pt x="2255" y="1414"/>
                    <a:pt x="2340" y="1268"/>
                  </a:cubicBezTo>
                  <a:lnTo>
                    <a:pt x="1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25"/>
            <p:cNvSpPr/>
            <p:nvPr/>
          </p:nvSpPr>
          <p:spPr>
            <a:xfrm>
              <a:off x="-898537" y="3403500"/>
              <a:ext cx="106600" cy="150283"/>
            </a:xfrm>
            <a:custGeom>
              <a:rect b="b" l="l" r="r" t="t"/>
              <a:pathLst>
                <a:path extrusionOk="0" h="2969" w="2106">
                  <a:moveTo>
                    <a:pt x="1097" y="0"/>
                  </a:moveTo>
                  <a:cubicBezTo>
                    <a:pt x="1049" y="0"/>
                    <a:pt x="988" y="56"/>
                    <a:pt x="962" y="141"/>
                  </a:cubicBezTo>
                  <a:lnTo>
                    <a:pt x="725" y="919"/>
                  </a:lnTo>
                  <a:cubicBezTo>
                    <a:pt x="711" y="970"/>
                    <a:pt x="684" y="1014"/>
                    <a:pt x="650" y="1038"/>
                  </a:cubicBezTo>
                  <a:lnTo>
                    <a:pt x="119" y="1450"/>
                  </a:lnTo>
                  <a:cubicBezTo>
                    <a:pt x="35" y="1514"/>
                    <a:pt x="0" y="1671"/>
                    <a:pt x="61" y="1715"/>
                  </a:cubicBezTo>
                  <a:lnTo>
                    <a:pt x="446" y="1993"/>
                  </a:lnTo>
                  <a:cubicBezTo>
                    <a:pt x="469" y="2010"/>
                    <a:pt x="480" y="2048"/>
                    <a:pt x="477" y="2099"/>
                  </a:cubicBezTo>
                  <a:lnTo>
                    <a:pt x="385" y="2854"/>
                  </a:lnTo>
                  <a:cubicBezTo>
                    <a:pt x="376" y="2927"/>
                    <a:pt x="405" y="2969"/>
                    <a:pt x="445" y="2969"/>
                  </a:cubicBezTo>
                  <a:cubicBezTo>
                    <a:pt x="472" y="2969"/>
                    <a:pt x="504" y="2951"/>
                    <a:pt x="534" y="2911"/>
                  </a:cubicBezTo>
                  <a:lnTo>
                    <a:pt x="1007" y="2306"/>
                  </a:lnTo>
                  <a:cubicBezTo>
                    <a:pt x="1035" y="2272"/>
                    <a:pt x="1070" y="2251"/>
                    <a:pt x="1096" y="2251"/>
                  </a:cubicBezTo>
                  <a:cubicBezTo>
                    <a:pt x="1098" y="2251"/>
                    <a:pt x="1100" y="2252"/>
                    <a:pt x="1102" y="2252"/>
                  </a:cubicBezTo>
                  <a:lnTo>
                    <a:pt x="1578" y="2310"/>
                  </a:lnTo>
                  <a:cubicBezTo>
                    <a:pt x="1581" y="2310"/>
                    <a:pt x="1583" y="2310"/>
                    <a:pt x="1586" y="2310"/>
                  </a:cubicBezTo>
                  <a:cubicBezTo>
                    <a:pt x="1659" y="2310"/>
                    <a:pt x="1741" y="2180"/>
                    <a:pt x="1728" y="2079"/>
                  </a:cubicBezTo>
                  <a:lnTo>
                    <a:pt x="1635" y="1426"/>
                  </a:lnTo>
                  <a:cubicBezTo>
                    <a:pt x="1632" y="1385"/>
                    <a:pt x="1643" y="1334"/>
                    <a:pt x="1666" y="1290"/>
                  </a:cubicBezTo>
                  <a:lnTo>
                    <a:pt x="2051" y="565"/>
                  </a:lnTo>
                  <a:cubicBezTo>
                    <a:pt x="2105" y="466"/>
                    <a:pt x="2084" y="360"/>
                    <a:pt x="2019" y="360"/>
                  </a:cubicBezTo>
                  <a:cubicBezTo>
                    <a:pt x="2011" y="360"/>
                    <a:pt x="2002" y="362"/>
                    <a:pt x="1993" y="365"/>
                  </a:cubicBezTo>
                  <a:lnTo>
                    <a:pt x="1462" y="569"/>
                  </a:lnTo>
                  <a:cubicBezTo>
                    <a:pt x="1453" y="573"/>
                    <a:pt x="1444" y="575"/>
                    <a:pt x="1435" y="575"/>
                  </a:cubicBezTo>
                  <a:cubicBezTo>
                    <a:pt x="1414" y="575"/>
                    <a:pt x="1396" y="563"/>
                    <a:pt x="1384" y="538"/>
                  </a:cubicBezTo>
                  <a:lnTo>
                    <a:pt x="1150" y="35"/>
                  </a:lnTo>
                  <a:cubicBezTo>
                    <a:pt x="1137" y="11"/>
                    <a:pt x="1119" y="0"/>
                    <a:pt x="109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25"/>
            <p:cNvSpPr/>
            <p:nvPr/>
          </p:nvSpPr>
          <p:spPr>
            <a:xfrm>
              <a:off x="-762932" y="3325195"/>
              <a:ext cx="106550" cy="150334"/>
            </a:xfrm>
            <a:custGeom>
              <a:rect b="b" l="l" r="r" t="t"/>
              <a:pathLst>
                <a:path extrusionOk="0" h="2970" w="2105">
                  <a:moveTo>
                    <a:pt x="1098" y="1"/>
                  </a:moveTo>
                  <a:cubicBezTo>
                    <a:pt x="1050" y="1"/>
                    <a:pt x="989" y="56"/>
                    <a:pt x="963" y="141"/>
                  </a:cubicBezTo>
                  <a:lnTo>
                    <a:pt x="728" y="919"/>
                  </a:lnTo>
                  <a:cubicBezTo>
                    <a:pt x="711" y="970"/>
                    <a:pt x="684" y="1015"/>
                    <a:pt x="650" y="1038"/>
                  </a:cubicBezTo>
                  <a:lnTo>
                    <a:pt x="119" y="1450"/>
                  </a:lnTo>
                  <a:cubicBezTo>
                    <a:pt x="34" y="1514"/>
                    <a:pt x="1" y="1671"/>
                    <a:pt x="62" y="1715"/>
                  </a:cubicBezTo>
                  <a:lnTo>
                    <a:pt x="446" y="1994"/>
                  </a:lnTo>
                  <a:cubicBezTo>
                    <a:pt x="470" y="2010"/>
                    <a:pt x="480" y="2051"/>
                    <a:pt x="477" y="2099"/>
                  </a:cubicBezTo>
                  <a:lnTo>
                    <a:pt x="384" y="2854"/>
                  </a:lnTo>
                  <a:cubicBezTo>
                    <a:pt x="376" y="2928"/>
                    <a:pt x="405" y="2969"/>
                    <a:pt x="446" y="2969"/>
                  </a:cubicBezTo>
                  <a:cubicBezTo>
                    <a:pt x="473" y="2969"/>
                    <a:pt x="505" y="2951"/>
                    <a:pt x="534" y="2912"/>
                  </a:cubicBezTo>
                  <a:lnTo>
                    <a:pt x="1007" y="2306"/>
                  </a:lnTo>
                  <a:cubicBezTo>
                    <a:pt x="1035" y="2272"/>
                    <a:pt x="1069" y="2251"/>
                    <a:pt x="1099" y="2251"/>
                  </a:cubicBezTo>
                  <a:cubicBezTo>
                    <a:pt x="1101" y="2251"/>
                    <a:pt x="1103" y="2252"/>
                    <a:pt x="1106" y="2252"/>
                  </a:cubicBezTo>
                  <a:lnTo>
                    <a:pt x="1578" y="2310"/>
                  </a:lnTo>
                  <a:cubicBezTo>
                    <a:pt x="1581" y="2310"/>
                    <a:pt x="1584" y="2310"/>
                    <a:pt x="1586" y="2310"/>
                  </a:cubicBezTo>
                  <a:cubicBezTo>
                    <a:pt x="1660" y="2310"/>
                    <a:pt x="1741" y="2180"/>
                    <a:pt x="1727" y="2079"/>
                  </a:cubicBezTo>
                  <a:lnTo>
                    <a:pt x="1636" y="1426"/>
                  </a:lnTo>
                  <a:cubicBezTo>
                    <a:pt x="1633" y="1385"/>
                    <a:pt x="1643" y="1334"/>
                    <a:pt x="1666" y="1290"/>
                  </a:cubicBezTo>
                  <a:lnTo>
                    <a:pt x="2051" y="569"/>
                  </a:lnTo>
                  <a:cubicBezTo>
                    <a:pt x="2105" y="466"/>
                    <a:pt x="2084" y="360"/>
                    <a:pt x="2019" y="360"/>
                  </a:cubicBezTo>
                  <a:cubicBezTo>
                    <a:pt x="2011" y="360"/>
                    <a:pt x="2002" y="362"/>
                    <a:pt x="1993" y="365"/>
                  </a:cubicBezTo>
                  <a:lnTo>
                    <a:pt x="1462" y="569"/>
                  </a:lnTo>
                  <a:cubicBezTo>
                    <a:pt x="1453" y="573"/>
                    <a:pt x="1444" y="575"/>
                    <a:pt x="1435" y="575"/>
                  </a:cubicBezTo>
                  <a:cubicBezTo>
                    <a:pt x="1414" y="575"/>
                    <a:pt x="1396" y="563"/>
                    <a:pt x="1384" y="538"/>
                  </a:cubicBezTo>
                  <a:lnTo>
                    <a:pt x="1150" y="36"/>
                  </a:lnTo>
                  <a:cubicBezTo>
                    <a:pt x="1138" y="12"/>
                    <a:pt x="1120" y="1"/>
                    <a:pt x="109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25"/>
            <p:cNvSpPr/>
            <p:nvPr/>
          </p:nvSpPr>
          <p:spPr>
            <a:xfrm>
              <a:off x="-627327" y="3246889"/>
              <a:ext cx="106550" cy="150334"/>
            </a:xfrm>
            <a:custGeom>
              <a:rect b="b" l="l" r="r" t="t"/>
              <a:pathLst>
                <a:path extrusionOk="0" h="2970" w="2105">
                  <a:moveTo>
                    <a:pt x="1099" y="1"/>
                  </a:moveTo>
                  <a:cubicBezTo>
                    <a:pt x="1052" y="1"/>
                    <a:pt x="991" y="56"/>
                    <a:pt x="963" y="141"/>
                  </a:cubicBezTo>
                  <a:lnTo>
                    <a:pt x="728" y="919"/>
                  </a:lnTo>
                  <a:cubicBezTo>
                    <a:pt x="711" y="971"/>
                    <a:pt x="684" y="1015"/>
                    <a:pt x="650" y="1042"/>
                  </a:cubicBezTo>
                  <a:lnTo>
                    <a:pt x="120" y="1450"/>
                  </a:lnTo>
                  <a:cubicBezTo>
                    <a:pt x="35" y="1514"/>
                    <a:pt x="1" y="1671"/>
                    <a:pt x="62" y="1715"/>
                  </a:cubicBezTo>
                  <a:lnTo>
                    <a:pt x="446" y="1994"/>
                  </a:lnTo>
                  <a:cubicBezTo>
                    <a:pt x="470" y="2011"/>
                    <a:pt x="480" y="2052"/>
                    <a:pt x="476" y="2099"/>
                  </a:cubicBezTo>
                  <a:lnTo>
                    <a:pt x="385" y="2854"/>
                  </a:lnTo>
                  <a:cubicBezTo>
                    <a:pt x="377" y="2928"/>
                    <a:pt x="405" y="2969"/>
                    <a:pt x="446" y="2969"/>
                  </a:cubicBezTo>
                  <a:cubicBezTo>
                    <a:pt x="472" y="2969"/>
                    <a:pt x="504" y="2951"/>
                    <a:pt x="534" y="2912"/>
                  </a:cubicBezTo>
                  <a:lnTo>
                    <a:pt x="1007" y="2306"/>
                  </a:lnTo>
                  <a:cubicBezTo>
                    <a:pt x="1036" y="2271"/>
                    <a:pt x="1070" y="2251"/>
                    <a:pt x="1099" y="2251"/>
                  </a:cubicBezTo>
                  <a:cubicBezTo>
                    <a:pt x="1101" y="2251"/>
                    <a:pt x="1103" y="2251"/>
                    <a:pt x="1105" y="2252"/>
                  </a:cubicBezTo>
                  <a:lnTo>
                    <a:pt x="1578" y="2310"/>
                  </a:lnTo>
                  <a:cubicBezTo>
                    <a:pt x="1581" y="2310"/>
                    <a:pt x="1583" y="2310"/>
                    <a:pt x="1586" y="2310"/>
                  </a:cubicBezTo>
                  <a:cubicBezTo>
                    <a:pt x="1659" y="2310"/>
                    <a:pt x="1741" y="2180"/>
                    <a:pt x="1728" y="2079"/>
                  </a:cubicBezTo>
                  <a:lnTo>
                    <a:pt x="1636" y="1426"/>
                  </a:lnTo>
                  <a:cubicBezTo>
                    <a:pt x="1633" y="1385"/>
                    <a:pt x="1642" y="1334"/>
                    <a:pt x="1667" y="1290"/>
                  </a:cubicBezTo>
                  <a:lnTo>
                    <a:pt x="2050" y="569"/>
                  </a:lnTo>
                  <a:cubicBezTo>
                    <a:pt x="2105" y="466"/>
                    <a:pt x="2084" y="360"/>
                    <a:pt x="2019" y="360"/>
                  </a:cubicBezTo>
                  <a:cubicBezTo>
                    <a:pt x="2011" y="360"/>
                    <a:pt x="2002" y="362"/>
                    <a:pt x="1993" y="365"/>
                  </a:cubicBezTo>
                  <a:lnTo>
                    <a:pt x="1463" y="569"/>
                  </a:lnTo>
                  <a:cubicBezTo>
                    <a:pt x="1453" y="573"/>
                    <a:pt x="1444" y="575"/>
                    <a:pt x="1435" y="575"/>
                  </a:cubicBezTo>
                  <a:cubicBezTo>
                    <a:pt x="1414" y="575"/>
                    <a:pt x="1397" y="563"/>
                    <a:pt x="1384" y="538"/>
                  </a:cubicBezTo>
                  <a:lnTo>
                    <a:pt x="1149" y="36"/>
                  </a:lnTo>
                  <a:cubicBezTo>
                    <a:pt x="1138" y="12"/>
                    <a:pt x="1120" y="1"/>
                    <a:pt x="109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25"/>
            <p:cNvSpPr/>
            <p:nvPr/>
          </p:nvSpPr>
          <p:spPr>
            <a:xfrm>
              <a:off x="-491722" y="3168584"/>
              <a:ext cx="106600" cy="150334"/>
            </a:xfrm>
            <a:custGeom>
              <a:rect b="b" l="l" r="r" t="t"/>
              <a:pathLst>
                <a:path extrusionOk="0" h="2970" w="2106">
                  <a:moveTo>
                    <a:pt x="1099" y="1"/>
                  </a:moveTo>
                  <a:cubicBezTo>
                    <a:pt x="1052" y="1"/>
                    <a:pt x="992" y="56"/>
                    <a:pt x="966" y="141"/>
                  </a:cubicBezTo>
                  <a:lnTo>
                    <a:pt x="728" y="919"/>
                  </a:lnTo>
                  <a:cubicBezTo>
                    <a:pt x="711" y="971"/>
                    <a:pt x="684" y="1015"/>
                    <a:pt x="650" y="1042"/>
                  </a:cubicBezTo>
                  <a:lnTo>
                    <a:pt x="119" y="1450"/>
                  </a:lnTo>
                  <a:cubicBezTo>
                    <a:pt x="35" y="1514"/>
                    <a:pt x="0" y="1671"/>
                    <a:pt x="62" y="1715"/>
                  </a:cubicBezTo>
                  <a:lnTo>
                    <a:pt x="446" y="1994"/>
                  </a:lnTo>
                  <a:cubicBezTo>
                    <a:pt x="470" y="2011"/>
                    <a:pt x="480" y="2052"/>
                    <a:pt x="477" y="2099"/>
                  </a:cubicBezTo>
                  <a:lnTo>
                    <a:pt x="385" y="2854"/>
                  </a:lnTo>
                  <a:cubicBezTo>
                    <a:pt x="376" y="2928"/>
                    <a:pt x="405" y="2969"/>
                    <a:pt x="446" y="2969"/>
                  </a:cubicBezTo>
                  <a:cubicBezTo>
                    <a:pt x="473" y="2969"/>
                    <a:pt x="504" y="2951"/>
                    <a:pt x="534" y="2912"/>
                  </a:cubicBezTo>
                  <a:lnTo>
                    <a:pt x="1011" y="2306"/>
                  </a:lnTo>
                  <a:cubicBezTo>
                    <a:pt x="1035" y="2272"/>
                    <a:pt x="1069" y="2252"/>
                    <a:pt x="1097" y="2252"/>
                  </a:cubicBezTo>
                  <a:cubicBezTo>
                    <a:pt x="1100" y="2252"/>
                    <a:pt x="1103" y="2252"/>
                    <a:pt x="1105" y="2252"/>
                  </a:cubicBezTo>
                  <a:lnTo>
                    <a:pt x="1578" y="2310"/>
                  </a:lnTo>
                  <a:cubicBezTo>
                    <a:pt x="1581" y="2310"/>
                    <a:pt x="1584" y="2310"/>
                    <a:pt x="1587" y="2310"/>
                  </a:cubicBezTo>
                  <a:cubicBezTo>
                    <a:pt x="1659" y="2310"/>
                    <a:pt x="1741" y="2180"/>
                    <a:pt x="1728" y="2079"/>
                  </a:cubicBezTo>
                  <a:lnTo>
                    <a:pt x="1640" y="1426"/>
                  </a:lnTo>
                  <a:cubicBezTo>
                    <a:pt x="1632" y="1385"/>
                    <a:pt x="1643" y="1335"/>
                    <a:pt x="1667" y="1290"/>
                  </a:cubicBezTo>
                  <a:lnTo>
                    <a:pt x="2051" y="569"/>
                  </a:lnTo>
                  <a:cubicBezTo>
                    <a:pt x="2105" y="466"/>
                    <a:pt x="2084" y="360"/>
                    <a:pt x="2018" y="360"/>
                  </a:cubicBezTo>
                  <a:cubicBezTo>
                    <a:pt x="2011" y="360"/>
                    <a:pt x="2002" y="362"/>
                    <a:pt x="1993" y="365"/>
                  </a:cubicBezTo>
                  <a:lnTo>
                    <a:pt x="1463" y="569"/>
                  </a:lnTo>
                  <a:cubicBezTo>
                    <a:pt x="1453" y="573"/>
                    <a:pt x="1444" y="575"/>
                    <a:pt x="1435" y="575"/>
                  </a:cubicBezTo>
                  <a:cubicBezTo>
                    <a:pt x="1414" y="575"/>
                    <a:pt x="1397" y="563"/>
                    <a:pt x="1387" y="539"/>
                  </a:cubicBezTo>
                  <a:lnTo>
                    <a:pt x="1150" y="36"/>
                  </a:lnTo>
                  <a:cubicBezTo>
                    <a:pt x="1139" y="11"/>
                    <a:pt x="1120" y="1"/>
                    <a:pt x="1099" y="1"/>
                  </a:cubicBezTo>
                  <a:close/>
                </a:path>
              </a:pathLst>
            </a:custGeom>
            <a:solidFill>
              <a:srgbClr val="27DE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25"/>
            <p:cNvSpPr/>
            <p:nvPr/>
          </p:nvSpPr>
          <p:spPr>
            <a:xfrm>
              <a:off x="-356118" y="3090278"/>
              <a:ext cx="106600" cy="150334"/>
            </a:xfrm>
            <a:custGeom>
              <a:rect b="b" l="l" r="r" t="t"/>
              <a:pathLst>
                <a:path extrusionOk="0" h="2970" w="2106">
                  <a:moveTo>
                    <a:pt x="1099" y="1"/>
                  </a:moveTo>
                  <a:cubicBezTo>
                    <a:pt x="1052" y="1"/>
                    <a:pt x="992" y="56"/>
                    <a:pt x="966" y="141"/>
                  </a:cubicBezTo>
                  <a:lnTo>
                    <a:pt x="728" y="919"/>
                  </a:lnTo>
                  <a:cubicBezTo>
                    <a:pt x="711" y="971"/>
                    <a:pt x="684" y="1015"/>
                    <a:pt x="650" y="1042"/>
                  </a:cubicBezTo>
                  <a:lnTo>
                    <a:pt x="119" y="1450"/>
                  </a:lnTo>
                  <a:cubicBezTo>
                    <a:pt x="34" y="1515"/>
                    <a:pt x="1" y="1671"/>
                    <a:pt x="62" y="1715"/>
                  </a:cubicBezTo>
                  <a:lnTo>
                    <a:pt x="446" y="1994"/>
                  </a:lnTo>
                  <a:cubicBezTo>
                    <a:pt x="470" y="2011"/>
                    <a:pt x="480" y="2052"/>
                    <a:pt x="477" y="2099"/>
                  </a:cubicBezTo>
                  <a:lnTo>
                    <a:pt x="384" y="2854"/>
                  </a:lnTo>
                  <a:cubicBezTo>
                    <a:pt x="377" y="2927"/>
                    <a:pt x="405" y="2969"/>
                    <a:pt x="446" y="2969"/>
                  </a:cubicBezTo>
                  <a:cubicBezTo>
                    <a:pt x="473" y="2969"/>
                    <a:pt x="505" y="2951"/>
                    <a:pt x="535" y="2912"/>
                  </a:cubicBezTo>
                  <a:lnTo>
                    <a:pt x="1010" y="2306"/>
                  </a:lnTo>
                  <a:cubicBezTo>
                    <a:pt x="1035" y="2272"/>
                    <a:pt x="1070" y="2252"/>
                    <a:pt x="1099" y="2252"/>
                  </a:cubicBezTo>
                  <a:cubicBezTo>
                    <a:pt x="1101" y="2252"/>
                    <a:pt x="1104" y="2252"/>
                    <a:pt x="1106" y="2252"/>
                  </a:cubicBezTo>
                  <a:lnTo>
                    <a:pt x="1578" y="2310"/>
                  </a:lnTo>
                  <a:cubicBezTo>
                    <a:pt x="1581" y="2311"/>
                    <a:pt x="1584" y="2311"/>
                    <a:pt x="1586" y="2311"/>
                  </a:cubicBezTo>
                  <a:cubicBezTo>
                    <a:pt x="1662" y="2311"/>
                    <a:pt x="1741" y="2180"/>
                    <a:pt x="1728" y="2079"/>
                  </a:cubicBezTo>
                  <a:lnTo>
                    <a:pt x="1639" y="1426"/>
                  </a:lnTo>
                  <a:cubicBezTo>
                    <a:pt x="1633" y="1385"/>
                    <a:pt x="1643" y="1334"/>
                    <a:pt x="1666" y="1290"/>
                  </a:cubicBezTo>
                  <a:lnTo>
                    <a:pt x="2051" y="569"/>
                  </a:lnTo>
                  <a:cubicBezTo>
                    <a:pt x="2105" y="466"/>
                    <a:pt x="2084" y="360"/>
                    <a:pt x="2018" y="360"/>
                  </a:cubicBezTo>
                  <a:cubicBezTo>
                    <a:pt x="2010" y="360"/>
                    <a:pt x="2002" y="362"/>
                    <a:pt x="1993" y="365"/>
                  </a:cubicBezTo>
                  <a:lnTo>
                    <a:pt x="1462" y="569"/>
                  </a:lnTo>
                  <a:cubicBezTo>
                    <a:pt x="1454" y="573"/>
                    <a:pt x="1445" y="575"/>
                    <a:pt x="1437" y="575"/>
                  </a:cubicBezTo>
                  <a:cubicBezTo>
                    <a:pt x="1416" y="575"/>
                    <a:pt x="1397" y="563"/>
                    <a:pt x="1388" y="539"/>
                  </a:cubicBezTo>
                  <a:lnTo>
                    <a:pt x="1150" y="35"/>
                  </a:lnTo>
                  <a:cubicBezTo>
                    <a:pt x="1138" y="11"/>
                    <a:pt x="1120" y="1"/>
                    <a:pt x="109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25"/>
            <p:cNvSpPr/>
            <p:nvPr/>
          </p:nvSpPr>
          <p:spPr>
            <a:xfrm>
              <a:off x="-309853" y="2184525"/>
              <a:ext cx="249595" cy="502834"/>
            </a:xfrm>
            <a:custGeom>
              <a:rect b="b" l="l" r="r" t="t"/>
              <a:pathLst>
                <a:path extrusionOk="0" h="9934" w="4931">
                  <a:moveTo>
                    <a:pt x="706" y="0"/>
                  </a:moveTo>
                  <a:cubicBezTo>
                    <a:pt x="488" y="0"/>
                    <a:pt x="255" y="36"/>
                    <a:pt x="1" y="67"/>
                  </a:cubicBezTo>
                  <a:lnTo>
                    <a:pt x="531" y="2784"/>
                  </a:lnTo>
                  <a:lnTo>
                    <a:pt x="2915" y="4562"/>
                  </a:lnTo>
                  <a:lnTo>
                    <a:pt x="1443" y="8349"/>
                  </a:lnTo>
                  <a:lnTo>
                    <a:pt x="2045" y="9933"/>
                  </a:lnTo>
                  <a:cubicBezTo>
                    <a:pt x="2045" y="9933"/>
                    <a:pt x="4931" y="4354"/>
                    <a:pt x="4724" y="3963"/>
                  </a:cubicBezTo>
                  <a:cubicBezTo>
                    <a:pt x="4513" y="3572"/>
                    <a:pt x="2395" y="1417"/>
                    <a:pt x="1833" y="635"/>
                  </a:cubicBezTo>
                  <a:cubicBezTo>
                    <a:pt x="1471" y="124"/>
                    <a:pt x="1113" y="0"/>
                    <a:pt x="706" y="0"/>
                  </a:cubicBezTo>
                  <a:close/>
                </a:path>
              </a:pathLst>
            </a:custGeom>
            <a:solidFill>
              <a:srgbClr val="9A4A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25"/>
            <p:cNvSpPr/>
            <p:nvPr/>
          </p:nvSpPr>
          <p:spPr>
            <a:xfrm>
              <a:off x="-309853" y="2180678"/>
              <a:ext cx="243723" cy="446953"/>
            </a:xfrm>
            <a:custGeom>
              <a:rect b="b" l="l" r="r" t="t"/>
              <a:pathLst>
                <a:path extrusionOk="0" h="8830" w="4815">
                  <a:moveTo>
                    <a:pt x="755" y="1"/>
                  </a:moveTo>
                  <a:cubicBezTo>
                    <a:pt x="340" y="1"/>
                    <a:pt x="1" y="143"/>
                    <a:pt x="1" y="143"/>
                  </a:cubicBezTo>
                  <a:lnTo>
                    <a:pt x="531" y="2860"/>
                  </a:lnTo>
                  <a:lnTo>
                    <a:pt x="2820" y="4699"/>
                  </a:lnTo>
                  <a:lnTo>
                    <a:pt x="1918" y="7272"/>
                  </a:lnTo>
                  <a:lnTo>
                    <a:pt x="2677" y="8829"/>
                  </a:lnTo>
                  <a:cubicBezTo>
                    <a:pt x="2677" y="8829"/>
                    <a:pt x="3473" y="7293"/>
                    <a:pt x="3901" y="6364"/>
                  </a:cubicBezTo>
                  <a:cubicBezTo>
                    <a:pt x="4455" y="5157"/>
                    <a:pt x="4768" y="4478"/>
                    <a:pt x="4791" y="4169"/>
                  </a:cubicBezTo>
                  <a:cubicBezTo>
                    <a:pt x="4815" y="3863"/>
                    <a:pt x="4564" y="3668"/>
                    <a:pt x="4214" y="3169"/>
                  </a:cubicBezTo>
                  <a:cubicBezTo>
                    <a:pt x="3864" y="2672"/>
                    <a:pt x="1820" y="269"/>
                    <a:pt x="1229" y="72"/>
                  </a:cubicBezTo>
                  <a:cubicBezTo>
                    <a:pt x="1069" y="20"/>
                    <a:pt x="907" y="1"/>
                    <a:pt x="755" y="1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25"/>
            <p:cNvSpPr/>
            <p:nvPr/>
          </p:nvSpPr>
          <p:spPr>
            <a:xfrm>
              <a:off x="-270220" y="3584256"/>
              <a:ext cx="78356" cy="146285"/>
            </a:xfrm>
            <a:custGeom>
              <a:rect b="b" l="l" r="r" t="t"/>
              <a:pathLst>
                <a:path extrusionOk="0" h="2890" w="1548">
                  <a:moveTo>
                    <a:pt x="1547" y="0"/>
                  </a:moveTo>
                  <a:lnTo>
                    <a:pt x="75" y="211"/>
                  </a:lnTo>
                  <a:lnTo>
                    <a:pt x="0" y="2890"/>
                  </a:lnTo>
                  <a:lnTo>
                    <a:pt x="1472" y="2682"/>
                  </a:lnTo>
                  <a:lnTo>
                    <a:pt x="1547" y="0"/>
                  </a:lnTo>
                  <a:close/>
                </a:path>
              </a:pathLst>
            </a:custGeom>
            <a:solidFill>
              <a:srgbClr val="9A4A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25"/>
            <p:cNvSpPr/>
            <p:nvPr/>
          </p:nvSpPr>
          <p:spPr>
            <a:xfrm>
              <a:off x="-548870" y="3731705"/>
              <a:ext cx="74560" cy="140666"/>
            </a:xfrm>
            <a:custGeom>
              <a:rect b="b" l="l" r="r" t="t"/>
              <a:pathLst>
                <a:path extrusionOk="0" h="2779" w="1473">
                  <a:moveTo>
                    <a:pt x="1473" y="1"/>
                  </a:moveTo>
                  <a:lnTo>
                    <a:pt x="1" y="259"/>
                  </a:lnTo>
                  <a:lnTo>
                    <a:pt x="1" y="2778"/>
                  </a:lnTo>
                  <a:lnTo>
                    <a:pt x="1473" y="2520"/>
                  </a:lnTo>
                  <a:lnTo>
                    <a:pt x="1473" y="1"/>
                  </a:lnTo>
                  <a:close/>
                </a:path>
              </a:pathLst>
            </a:custGeom>
            <a:solidFill>
              <a:srgbClr val="9A4A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25"/>
            <p:cNvSpPr/>
            <p:nvPr/>
          </p:nvSpPr>
          <p:spPr>
            <a:xfrm>
              <a:off x="-567598" y="3811732"/>
              <a:ext cx="218769" cy="189309"/>
            </a:xfrm>
            <a:custGeom>
              <a:rect b="b" l="l" r="r" t="t"/>
              <a:pathLst>
                <a:path extrusionOk="0" h="3740" w="4322">
                  <a:moveTo>
                    <a:pt x="1843" y="0"/>
                  </a:moveTo>
                  <a:lnTo>
                    <a:pt x="1843" y="211"/>
                  </a:lnTo>
                  <a:cubicBezTo>
                    <a:pt x="1843" y="374"/>
                    <a:pt x="1319" y="510"/>
                    <a:pt x="1105" y="541"/>
                  </a:cubicBezTo>
                  <a:cubicBezTo>
                    <a:pt x="1032" y="551"/>
                    <a:pt x="961" y="556"/>
                    <a:pt x="893" y="556"/>
                  </a:cubicBezTo>
                  <a:cubicBezTo>
                    <a:pt x="652" y="556"/>
                    <a:pt x="453" y="499"/>
                    <a:pt x="371" y="422"/>
                  </a:cubicBezTo>
                  <a:lnTo>
                    <a:pt x="371" y="262"/>
                  </a:lnTo>
                  <a:cubicBezTo>
                    <a:pt x="369" y="262"/>
                    <a:pt x="368" y="262"/>
                    <a:pt x="366" y="262"/>
                  </a:cubicBezTo>
                  <a:cubicBezTo>
                    <a:pt x="276" y="262"/>
                    <a:pt x="207" y="556"/>
                    <a:pt x="140" y="823"/>
                  </a:cubicBezTo>
                  <a:cubicBezTo>
                    <a:pt x="65" y="1119"/>
                    <a:pt x="0" y="1469"/>
                    <a:pt x="54" y="1612"/>
                  </a:cubicBezTo>
                  <a:cubicBezTo>
                    <a:pt x="150" y="1874"/>
                    <a:pt x="561" y="2071"/>
                    <a:pt x="738" y="2282"/>
                  </a:cubicBezTo>
                  <a:cubicBezTo>
                    <a:pt x="918" y="2489"/>
                    <a:pt x="1020" y="2958"/>
                    <a:pt x="1242" y="3247"/>
                  </a:cubicBezTo>
                  <a:cubicBezTo>
                    <a:pt x="1459" y="3540"/>
                    <a:pt x="2332" y="3740"/>
                    <a:pt x="2836" y="3740"/>
                  </a:cubicBezTo>
                  <a:cubicBezTo>
                    <a:pt x="3271" y="3740"/>
                    <a:pt x="4322" y="3285"/>
                    <a:pt x="4154" y="2822"/>
                  </a:cubicBezTo>
                  <a:cubicBezTo>
                    <a:pt x="3991" y="2377"/>
                    <a:pt x="3359" y="2000"/>
                    <a:pt x="2894" y="1659"/>
                  </a:cubicBezTo>
                  <a:cubicBezTo>
                    <a:pt x="2309" y="1228"/>
                    <a:pt x="1982" y="38"/>
                    <a:pt x="18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25"/>
            <p:cNvSpPr/>
            <p:nvPr/>
          </p:nvSpPr>
          <p:spPr>
            <a:xfrm>
              <a:off x="-298110" y="3696729"/>
              <a:ext cx="284673" cy="125734"/>
            </a:xfrm>
            <a:custGeom>
              <a:rect b="b" l="l" r="r" t="t"/>
              <a:pathLst>
                <a:path extrusionOk="0" h="2484" w="5624">
                  <a:moveTo>
                    <a:pt x="2051" y="1"/>
                  </a:moveTo>
                  <a:cubicBezTo>
                    <a:pt x="2048" y="1"/>
                    <a:pt x="2044" y="1"/>
                    <a:pt x="2040" y="2"/>
                  </a:cubicBezTo>
                  <a:lnTo>
                    <a:pt x="2030" y="233"/>
                  </a:lnTo>
                  <a:cubicBezTo>
                    <a:pt x="1812" y="382"/>
                    <a:pt x="1432" y="462"/>
                    <a:pt x="1109" y="462"/>
                  </a:cubicBezTo>
                  <a:cubicBezTo>
                    <a:pt x="858" y="462"/>
                    <a:pt x="642" y="413"/>
                    <a:pt x="564" y="311"/>
                  </a:cubicBezTo>
                  <a:lnTo>
                    <a:pt x="568" y="178"/>
                  </a:lnTo>
                  <a:cubicBezTo>
                    <a:pt x="568" y="178"/>
                    <a:pt x="568" y="178"/>
                    <a:pt x="567" y="178"/>
                  </a:cubicBezTo>
                  <a:cubicBezTo>
                    <a:pt x="432" y="178"/>
                    <a:pt x="296" y="836"/>
                    <a:pt x="205" y="1266"/>
                  </a:cubicBezTo>
                  <a:cubicBezTo>
                    <a:pt x="120" y="1661"/>
                    <a:pt x="1" y="2126"/>
                    <a:pt x="299" y="2279"/>
                  </a:cubicBezTo>
                  <a:cubicBezTo>
                    <a:pt x="400" y="2330"/>
                    <a:pt x="553" y="2350"/>
                    <a:pt x="726" y="2350"/>
                  </a:cubicBezTo>
                  <a:cubicBezTo>
                    <a:pt x="1072" y="2350"/>
                    <a:pt x="1500" y="2272"/>
                    <a:pt x="1772" y="2208"/>
                  </a:cubicBezTo>
                  <a:cubicBezTo>
                    <a:pt x="1822" y="2196"/>
                    <a:pt x="1875" y="2191"/>
                    <a:pt x="1930" y="2191"/>
                  </a:cubicBezTo>
                  <a:cubicBezTo>
                    <a:pt x="2334" y="2191"/>
                    <a:pt x="2882" y="2459"/>
                    <a:pt x="3318" y="2480"/>
                  </a:cubicBezTo>
                  <a:cubicBezTo>
                    <a:pt x="3378" y="2482"/>
                    <a:pt x="3436" y="2484"/>
                    <a:pt x="3494" y="2484"/>
                  </a:cubicBezTo>
                  <a:cubicBezTo>
                    <a:pt x="4324" y="2484"/>
                    <a:pt x="5005" y="2221"/>
                    <a:pt x="5297" y="1973"/>
                  </a:cubicBezTo>
                  <a:cubicBezTo>
                    <a:pt x="5610" y="1712"/>
                    <a:pt x="5623" y="1341"/>
                    <a:pt x="5321" y="1259"/>
                  </a:cubicBezTo>
                  <a:cubicBezTo>
                    <a:pt x="4835" y="1127"/>
                    <a:pt x="3764" y="892"/>
                    <a:pt x="3213" y="712"/>
                  </a:cubicBezTo>
                  <a:cubicBezTo>
                    <a:pt x="2883" y="606"/>
                    <a:pt x="2550" y="427"/>
                    <a:pt x="2346" y="243"/>
                  </a:cubicBezTo>
                  <a:cubicBezTo>
                    <a:pt x="2184" y="97"/>
                    <a:pt x="2121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25"/>
            <p:cNvSpPr/>
            <p:nvPr/>
          </p:nvSpPr>
          <p:spPr>
            <a:xfrm>
              <a:off x="-575343" y="2632239"/>
              <a:ext cx="429540" cy="1140615"/>
            </a:xfrm>
            <a:custGeom>
              <a:rect b="b" l="l" r="r" t="t"/>
              <a:pathLst>
                <a:path extrusionOk="0" h="22534" w="8486">
                  <a:moveTo>
                    <a:pt x="7551" y="0"/>
                  </a:moveTo>
                  <a:lnTo>
                    <a:pt x="1153" y="986"/>
                  </a:lnTo>
                  <a:cubicBezTo>
                    <a:pt x="0" y="3560"/>
                    <a:pt x="1136" y="12290"/>
                    <a:pt x="1136" y="12290"/>
                  </a:cubicBezTo>
                  <a:cubicBezTo>
                    <a:pt x="1095" y="12689"/>
                    <a:pt x="632" y="13522"/>
                    <a:pt x="428" y="15265"/>
                  </a:cubicBezTo>
                  <a:cubicBezTo>
                    <a:pt x="184" y="17322"/>
                    <a:pt x="395" y="22466"/>
                    <a:pt x="395" y="22466"/>
                  </a:cubicBezTo>
                  <a:cubicBezTo>
                    <a:pt x="395" y="22466"/>
                    <a:pt x="647" y="22534"/>
                    <a:pt x="998" y="22534"/>
                  </a:cubicBezTo>
                  <a:cubicBezTo>
                    <a:pt x="1333" y="22534"/>
                    <a:pt x="1757" y="22472"/>
                    <a:pt x="2139" y="22232"/>
                  </a:cubicBezTo>
                  <a:cubicBezTo>
                    <a:pt x="2139" y="22232"/>
                    <a:pt x="3523" y="14300"/>
                    <a:pt x="3822" y="12243"/>
                  </a:cubicBezTo>
                  <a:cubicBezTo>
                    <a:pt x="4083" y="10451"/>
                    <a:pt x="4597" y="6514"/>
                    <a:pt x="4597" y="6514"/>
                  </a:cubicBezTo>
                  <a:lnTo>
                    <a:pt x="5674" y="11951"/>
                  </a:lnTo>
                  <a:cubicBezTo>
                    <a:pt x="5674" y="11951"/>
                    <a:pt x="5341" y="12984"/>
                    <a:pt x="5253" y="13746"/>
                  </a:cubicBezTo>
                  <a:cubicBezTo>
                    <a:pt x="5110" y="14950"/>
                    <a:pt x="5953" y="20301"/>
                    <a:pt x="5953" y="20301"/>
                  </a:cubicBezTo>
                  <a:cubicBezTo>
                    <a:pt x="5953" y="20301"/>
                    <a:pt x="6152" y="20363"/>
                    <a:pt x="6477" y="20363"/>
                  </a:cubicBezTo>
                  <a:cubicBezTo>
                    <a:pt x="6771" y="20363"/>
                    <a:pt x="7167" y="20312"/>
                    <a:pt x="7612" y="20117"/>
                  </a:cubicBezTo>
                  <a:cubicBezTo>
                    <a:pt x="7612" y="20117"/>
                    <a:pt x="8112" y="12733"/>
                    <a:pt x="8252" y="11288"/>
                  </a:cubicBezTo>
                  <a:cubicBezTo>
                    <a:pt x="8486" y="8860"/>
                    <a:pt x="7796" y="1520"/>
                    <a:pt x="7551" y="0"/>
                  </a:cubicBezTo>
                  <a:close/>
                </a:path>
              </a:pathLst>
            </a:custGeom>
            <a:solidFill>
              <a:srgbClr val="EA99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25"/>
            <p:cNvSpPr/>
            <p:nvPr/>
          </p:nvSpPr>
          <p:spPr>
            <a:xfrm>
              <a:off x="-544871" y="2187815"/>
              <a:ext cx="370723" cy="523436"/>
            </a:xfrm>
            <a:custGeom>
              <a:rect b="b" l="l" r="r" t="t"/>
              <a:pathLst>
                <a:path extrusionOk="0" h="10341" w="7324">
                  <a:moveTo>
                    <a:pt x="4643" y="1"/>
                  </a:moveTo>
                  <a:cubicBezTo>
                    <a:pt x="4588" y="1"/>
                    <a:pt x="4536" y="7"/>
                    <a:pt x="4488" y="19"/>
                  </a:cubicBezTo>
                  <a:lnTo>
                    <a:pt x="2087" y="495"/>
                  </a:lnTo>
                  <a:cubicBezTo>
                    <a:pt x="1717" y="604"/>
                    <a:pt x="857" y="907"/>
                    <a:pt x="857" y="907"/>
                  </a:cubicBezTo>
                  <a:cubicBezTo>
                    <a:pt x="289" y="1216"/>
                    <a:pt x="350" y="1556"/>
                    <a:pt x="194" y="2130"/>
                  </a:cubicBezTo>
                  <a:cubicBezTo>
                    <a:pt x="0" y="2841"/>
                    <a:pt x="126" y="4028"/>
                    <a:pt x="357" y="4653"/>
                  </a:cubicBezTo>
                  <a:lnTo>
                    <a:pt x="1458" y="7648"/>
                  </a:lnTo>
                  <a:cubicBezTo>
                    <a:pt x="1047" y="8716"/>
                    <a:pt x="650" y="9076"/>
                    <a:pt x="452" y="9868"/>
                  </a:cubicBezTo>
                  <a:cubicBezTo>
                    <a:pt x="1034" y="10198"/>
                    <a:pt x="1833" y="10341"/>
                    <a:pt x="2675" y="10341"/>
                  </a:cubicBezTo>
                  <a:cubicBezTo>
                    <a:pt x="4439" y="10341"/>
                    <a:pt x="6396" y="9712"/>
                    <a:pt x="6959" y="8851"/>
                  </a:cubicBezTo>
                  <a:cubicBezTo>
                    <a:pt x="6997" y="8607"/>
                    <a:pt x="6677" y="5917"/>
                    <a:pt x="6545" y="4721"/>
                  </a:cubicBezTo>
                  <a:cubicBezTo>
                    <a:pt x="7109" y="3602"/>
                    <a:pt x="7323" y="2834"/>
                    <a:pt x="7027" y="2107"/>
                  </a:cubicBezTo>
                  <a:cubicBezTo>
                    <a:pt x="6561" y="950"/>
                    <a:pt x="5341" y="1"/>
                    <a:pt x="4643" y="1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25"/>
            <p:cNvSpPr/>
            <p:nvPr/>
          </p:nvSpPr>
          <p:spPr>
            <a:xfrm>
              <a:off x="-555045" y="1851714"/>
              <a:ext cx="317726" cy="300263"/>
            </a:xfrm>
            <a:custGeom>
              <a:rect b="b" l="l" r="r" t="t"/>
              <a:pathLst>
                <a:path extrusionOk="0" h="5932" w="6277">
                  <a:moveTo>
                    <a:pt x="3899" y="1"/>
                  </a:moveTo>
                  <a:cubicBezTo>
                    <a:pt x="3735" y="1"/>
                    <a:pt x="3566" y="16"/>
                    <a:pt x="3393" y="46"/>
                  </a:cubicBezTo>
                  <a:lnTo>
                    <a:pt x="2880" y="134"/>
                  </a:lnTo>
                  <a:cubicBezTo>
                    <a:pt x="1289" y="417"/>
                    <a:pt x="1" y="1934"/>
                    <a:pt x="1" y="3525"/>
                  </a:cubicBezTo>
                  <a:cubicBezTo>
                    <a:pt x="1" y="4938"/>
                    <a:pt x="1021" y="5932"/>
                    <a:pt x="2365" y="5932"/>
                  </a:cubicBezTo>
                  <a:cubicBezTo>
                    <a:pt x="2528" y="5932"/>
                    <a:pt x="2695" y="5917"/>
                    <a:pt x="2866" y="5887"/>
                  </a:cubicBezTo>
                  <a:lnTo>
                    <a:pt x="3410" y="5789"/>
                  </a:lnTo>
                  <a:cubicBezTo>
                    <a:pt x="4992" y="5510"/>
                    <a:pt x="6277" y="4000"/>
                    <a:pt x="6277" y="2419"/>
                  </a:cubicBezTo>
                  <a:cubicBezTo>
                    <a:pt x="6277" y="1000"/>
                    <a:pt x="5249" y="1"/>
                    <a:pt x="389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25"/>
            <p:cNvSpPr/>
            <p:nvPr/>
          </p:nvSpPr>
          <p:spPr>
            <a:xfrm>
              <a:off x="-437005" y="1853637"/>
              <a:ext cx="221553" cy="225045"/>
            </a:xfrm>
            <a:custGeom>
              <a:rect b="b" l="l" r="r" t="t"/>
              <a:pathLst>
                <a:path extrusionOk="0" h="4446" w="4377">
                  <a:moveTo>
                    <a:pt x="2573" y="1"/>
                  </a:moveTo>
                  <a:cubicBezTo>
                    <a:pt x="2449" y="1"/>
                    <a:pt x="2321" y="12"/>
                    <a:pt x="2191" y="35"/>
                  </a:cubicBezTo>
                  <a:cubicBezTo>
                    <a:pt x="980" y="250"/>
                    <a:pt x="1" y="1402"/>
                    <a:pt x="1" y="2610"/>
                  </a:cubicBezTo>
                  <a:cubicBezTo>
                    <a:pt x="1" y="3686"/>
                    <a:pt x="779" y="4445"/>
                    <a:pt x="1807" y="4445"/>
                  </a:cubicBezTo>
                  <a:cubicBezTo>
                    <a:pt x="1931" y="4445"/>
                    <a:pt x="2060" y="4434"/>
                    <a:pt x="2191" y="4411"/>
                  </a:cubicBezTo>
                  <a:cubicBezTo>
                    <a:pt x="3397" y="4197"/>
                    <a:pt x="4376" y="3048"/>
                    <a:pt x="4376" y="1838"/>
                  </a:cubicBezTo>
                  <a:cubicBezTo>
                    <a:pt x="4376" y="761"/>
                    <a:pt x="3597" y="1"/>
                    <a:pt x="257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25"/>
            <p:cNvSpPr/>
            <p:nvPr/>
          </p:nvSpPr>
          <p:spPr>
            <a:xfrm>
              <a:off x="-629403" y="1958315"/>
              <a:ext cx="89542" cy="296720"/>
            </a:xfrm>
            <a:custGeom>
              <a:rect b="b" l="l" r="r" t="t"/>
              <a:pathLst>
                <a:path extrusionOk="0" h="5862" w="1769">
                  <a:moveTo>
                    <a:pt x="1769" y="1"/>
                  </a:moveTo>
                  <a:cubicBezTo>
                    <a:pt x="793" y="174"/>
                    <a:pt x="1" y="1102"/>
                    <a:pt x="1" y="2078"/>
                  </a:cubicBezTo>
                  <a:lnTo>
                    <a:pt x="1" y="5862"/>
                  </a:lnTo>
                  <a:cubicBezTo>
                    <a:pt x="977" y="5692"/>
                    <a:pt x="1769" y="4760"/>
                    <a:pt x="1769" y="3785"/>
                  </a:cubicBezTo>
                  <a:lnTo>
                    <a:pt x="1769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25"/>
            <p:cNvSpPr/>
            <p:nvPr/>
          </p:nvSpPr>
          <p:spPr>
            <a:xfrm>
              <a:off x="-517183" y="1889677"/>
              <a:ext cx="271411" cy="417341"/>
            </a:xfrm>
            <a:custGeom>
              <a:rect b="b" l="l" r="r" t="t"/>
              <a:pathLst>
                <a:path extrusionOk="0" h="8245" w="5362">
                  <a:moveTo>
                    <a:pt x="4590" y="0"/>
                  </a:moveTo>
                  <a:cubicBezTo>
                    <a:pt x="4536" y="727"/>
                    <a:pt x="4165" y="1217"/>
                    <a:pt x="2802" y="2285"/>
                  </a:cubicBezTo>
                  <a:cubicBezTo>
                    <a:pt x="1823" y="3050"/>
                    <a:pt x="1381" y="3179"/>
                    <a:pt x="1381" y="3179"/>
                  </a:cubicBezTo>
                  <a:cubicBezTo>
                    <a:pt x="1321" y="2977"/>
                    <a:pt x="1126" y="2882"/>
                    <a:pt x="909" y="2882"/>
                  </a:cubicBezTo>
                  <a:cubicBezTo>
                    <a:pt x="693" y="2882"/>
                    <a:pt x="455" y="2976"/>
                    <a:pt x="303" y="3155"/>
                  </a:cubicBezTo>
                  <a:cubicBezTo>
                    <a:pt x="1" y="3516"/>
                    <a:pt x="21" y="4369"/>
                    <a:pt x="541" y="4624"/>
                  </a:cubicBezTo>
                  <a:cubicBezTo>
                    <a:pt x="650" y="4676"/>
                    <a:pt x="750" y="4697"/>
                    <a:pt x="840" y="4697"/>
                  </a:cubicBezTo>
                  <a:cubicBezTo>
                    <a:pt x="1182" y="4697"/>
                    <a:pt x="1381" y="4396"/>
                    <a:pt x="1381" y="4396"/>
                  </a:cubicBezTo>
                  <a:lnTo>
                    <a:pt x="1381" y="6637"/>
                  </a:lnTo>
                  <a:lnTo>
                    <a:pt x="4097" y="8245"/>
                  </a:lnTo>
                  <a:lnTo>
                    <a:pt x="3322" y="6052"/>
                  </a:lnTo>
                  <a:lnTo>
                    <a:pt x="3322" y="5124"/>
                  </a:lnTo>
                  <a:cubicBezTo>
                    <a:pt x="3795" y="5116"/>
                    <a:pt x="4280" y="5100"/>
                    <a:pt x="4533" y="4943"/>
                  </a:cubicBezTo>
                  <a:cubicBezTo>
                    <a:pt x="4784" y="4790"/>
                    <a:pt x="5284" y="4321"/>
                    <a:pt x="5321" y="2767"/>
                  </a:cubicBezTo>
                  <a:cubicBezTo>
                    <a:pt x="5362" y="939"/>
                    <a:pt x="4933" y="143"/>
                    <a:pt x="4590" y="0"/>
                  </a:cubicBezTo>
                  <a:close/>
                </a:path>
              </a:pathLst>
            </a:custGeom>
            <a:solidFill>
              <a:srgbClr val="F4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25"/>
            <p:cNvSpPr/>
            <p:nvPr/>
          </p:nvSpPr>
          <p:spPr>
            <a:xfrm>
              <a:off x="-364014" y="2018853"/>
              <a:ext cx="20348" cy="20804"/>
            </a:xfrm>
            <a:custGeom>
              <a:rect b="b" l="l" r="r" t="t"/>
              <a:pathLst>
                <a:path extrusionOk="0" h="411" w="402">
                  <a:moveTo>
                    <a:pt x="232" y="0"/>
                  </a:moveTo>
                  <a:cubicBezTo>
                    <a:pt x="218" y="0"/>
                    <a:pt x="205" y="2"/>
                    <a:pt x="190" y="5"/>
                  </a:cubicBezTo>
                  <a:cubicBezTo>
                    <a:pt x="85" y="32"/>
                    <a:pt x="0" y="141"/>
                    <a:pt x="7" y="250"/>
                  </a:cubicBezTo>
                  <a:cubicBezTo>
                    <a:pt x="13" y="347"/>
                    <a:pt x="83" y="411"/>
                    <a:pt x="170" y="411"/>
                  </a:cubicBezTo>
                  <a:cubicBezTo>
                    <a:pt x="183" y="411"/>
                    <a:pt x="197" y="409"/>
                    <a:pt x="211" y="406"/>
                  </a:cubicBezTo>
                  <a:cubicBezTo>
                    <a:pt x="320" y="382"/>
                    <a:pt x="402" y="273"/>
                    <a:pt x="394" y="165"/>
                  </a:cubicBezTo>
                  <a:cubicBezTo>
                    <a:pt x="392" y="67"/>
                    <a:pt x="322" y="0"/>
                    <a:pt x="23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25"/>
            <p:cNvSpPr/>
            <p:nvPr/>
          </p:nvSpPr>
          <p:spPr>
            <a:xfrm>
              <a:off x="-334605" y="2091338"/>
              <a:ext cx="24803" cy="14274"/>
            </a:xfrm>
            <a:custGeom>
              <a:rect b="b" l="l" r="r" t="t"/>
              <a:pathLst>
                <a:path extrusionOk="0" h="282" w="490">
                  <a:moveTo>
                    <a:pt x="38" y="1"/>
                  </a:moveTo>
                  <a:cubicBezTo>
                    <a:pt x="0" y="137"/>
                    <a:pt x="72" y="263"/>
                    <a:pt x="198" y="280"/>
                  </a:cubicBezTo>
                  <a:cubicBezTo>
                    <a:pt x="207" y="281"/>
                    <a:pt x="216" y="282"/>
                    <a:pt x="225" y="282"/>
                  </a:cubicBezTo>
                  <a:cubicBezTo>
                    <a:pt x="340" y="282"/>
                    <a:pt x="456" y="191"/>
                    <a:pt x="490" y="65"/>
                  </a:cubicBezTo>
                  <a:lnTo>
                    <a:pt x="38" y="1"/>
                  </a:lnTo>
                  <a:close/>
                </a:path>
              </a:pathLst>
            </a:custGeom>
            <a:solidFill>
              <a:srgbClr val="E6B8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25"/>
            <p:cNvSpPr/>
            <p:nvPr/>
          </p:nvSpPr>
          <p:spPr>
            <a:xfrm>
              <a:off x="-283329" y="1964946"/>
              <a:ext cx="23638" cy="17716"/>
            </a:xfrm>
            <a:custGeom>
              <a:rect b="b" l="l" r="r" t="t"/>
              <a:pathLst>
                <a:path extrusionOk="0" h="350" w="467">
                  <a:moveTo>
                    <a:pt x="235" y="0"/>
                  </a:moveTo>
                  <a:cubicBezTo>
                    <a:pt x="146" y="0"/>
                    <a:pt x="53" y="56"/>
                    <a:pt x="1" y="149"/>
                  </a:cubicBezTo>
                  <a:lnTo>
                    <a:pt x="395" y="349"/>
                  </a:lnTo>
                  <a:cubicBezTo>
                    <a:pt x="467" y="227"/>
                    <a:pt x="436" y="77"/>
                    <a:pt x="327" y="23"/>
                  </a:cubicBezTo>
                  <a:cubicBezTo>
                    <a:pt x="298" y="8"/>
                    <a:pt x="267" y="0"/>
                    <a:pt x="23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25"/>
            <p:cNvSpPr/>
            <p:nvPr/>
          </p:nvSpPr>
          <p:spPr>
            <a:xfrm>
              <a:off x="-287936" y="1998353"/>
              <a:ext cx="20298" cy="20854"/>
            </a:xfrm>
            <a:custGeom>
              <a:rect b="b" l="l" r="r" t="t"/>
              <a:pathLst>
                <a:path extrusionOk="0" h="412" w="401">
                  <a:moveTo>
                    <a:pt x="232" y="1"/>
                  </a:moveTo>
                  <a:cubicBezTo>
                    <a:pt x="218" y="1"/>
                    <a:pt x="205" y="2"/>
                    <a:pt x="190" y="5"/>
                  </a:cubicBezTo>
                  <a:cubicBezTo>
                    <a:pt x="85" y="29"/>
                    <a:pt x="0" y="138"/>
                    <a:pt x="7" y="250"/>
                  </a:cubicBezTo>
                  <a:cubicBezTo>
                    <a:pt x="12" y="344"/>
                    <a:pt x="83" y="411"/>
                    <a:pt x="171" y="411"/>
                  </a:cubicBezTo>
                  <a:cubicBezTo>
                    <a:pt x="184" y="411"/>
                    <a:pt x="197" y="410"/>
                    <a:pt x="211" y="407"/>
                  </a:cubicBezTo>
                  <a:cubicBezTo>
                    <a:pt x="319" y="383"/>
                    <a:pt x="401" y="274"/>
                    <a:pt x="394" y="162"/>
                  </a:cubicBezTo>
                  <a:cubicBezTo>
                    <a:pt x="392" y="67"/>
                    <a:pt x="321" y="1"/>
                    <a:pt x="23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25"/>
            <p:cNvSpPr/>
            <p:nvPr/>
          </p:nvSpPr>
          <p:spPr>
            <a:xfrm>
              <a:off x="-316029" y="2009439"/>
              <a:ext cx="32750" cy="58919"/>
            </a:xfrm>
            <a:custGeom>
              <a:rect b="b" l="l" r="r" t="t"/>
              <a:pathLst>
                <a:path extrusionOk="0" h="1164" w="647">
                  <a:moveTo>
                    <a:pt x="0" y="1"/>
                  </a:moveTo>
                  <a:lnTo>
                    <a:pt x="31" y="1163"/>
                  </a:lnTo>
                  <a:lnTo>
                    <a:pt x="647" y="86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9A4A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25"/>
            <p:cNvSpPr/>
            <p:nvPr/>
          </p:nvSpPr>
          <p:spPr>
            <a:xfrm>
              <a:off x="-434069" y="2125252"/>
              <a:ext cx="85037" cy="39482"/>
            </a:xfrm>
            <a:custGeom>
              <a:rect b="b" l="l" r="r" t="t"/>
              <a:pathLst>
                <a:path extrusionOk="0" h="780" w="1680">
                  <a:moveTo>
                    <a:pt x="0" y="1"/>
                  </a:moveTo>
                  <a:cubicBezTo>
                    <a:pt x="0" y="1"/>
                    <a:pt x="55" y="245"/>
                    <a:pt x="361" y="453"/>
                  </a:cubicBezTo>
                  <a:cubicBezTo>
                    <a:pt x="667" y="663"/>
                    <a:pt x="1680" y="779"/>
                    <a:pt x="1680" y="779"/>
                  </a:cubicBezTo>
                  <a:lnTo>
                    <a:pt x="1680" y="470"/>
                  </a:lnTo>
                  <a:cubicBezTo>
                    <a:pt x="1643" y="471"/>
                    <a:pt x="1603" y="472"/>
                    <a:pt x="1561" y="472"/>
                  </a:cubicBezTo>
                  <a:cubicBezTo>
                    <a:pt x="1037" y="472"/>
                    <a:pt x="149" y="350"/>
                    <a:pt x="0" y="1"/>
                  </a:cubicBezTo>
                  <a:close/>
                </a:path>
              </a:pathLst>
            </a:custGeom>
            <a:solidFill>
              <a:srgbClr val="9A4A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25"/>
            <p:cNvSpPr/>
            <p:nvPr/>
          </p:nvSpPr>
          <p:spPr>
            <a:xfrm>
              <a:off x="-342653" y="2770425"/>
              <a:ext cx="119255" cy="330634"/>
            </a:xfrm>
            <a:custGeom>
              <a:rect b="b" l="l" r="r" t="t"/>
              <a:pathLst>
                <a:path extrusionOk="0" h="6532" w="2356">
                  <a:moveTo>
                    <a:pt x="2356" y="1"/>
                  </a:moveTo>
                  <a:cubicBezTo>
                    <a:pt x="1734" y="555"/>
                    <a:pt x="561" y="959"/>
                    <a:pt x="561" y="959"/>
                  </a:cubicBezTo>
                  <a:lnTo>
                    <a:pt x="0" y="3784"/>
                  </a:lnTo>
                  <a:lnTo>
                    <a:pt x="544" y="6532"/>
                  </a:lnTo>
                  <a:lnTo>
                    <a:pt x="384" y="3883"/>
                  </a:lnTo>
                  <a:lnTo>
                    <a:pt x="1027" y="1194"/>
                  </a:lnTo>
                  <a:cubicBezTo>
                    <a:pt x="1869" y="731"/>
                    <a:pt x="2356" y="1"/>
                    <a:pt x="2356" y="1"/>
                  </a:cubicBezTo>
                  <a:close/>
                </a:path>
              </a:pathLst>
            </a:custGeom>
            <a:solidFill>
              <a:srgbClr val="E0666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25"/>
            <p:cNvSpPr/>
            <p:nvPr/>
          </p:nvSpPr>
          <p:spPr>
            <a:xfrm flipH="1">
              <a:off x="-429858" y="2023355"/>
              <a:ext cx="23625" cy="47588"/>
            </a:xfrm>
            <a:custGeom>
              <a:rect b="b" l="l" r="r" t="t"/>
              <a:pathLst>
                <a:path extrusionOk="0" h="940" w="345">
                  <a:moveTo>
                    <a:pt x="344" y="1"/>
                  </a:moveTo>
                  <a:lnTo>
                    <a:pt x="1" y="59"/>
                  </a:lnTo>
                  <a:lnTo>
                    <a:pt x="1" y="939"/>
                  </a:lnTo>
                  <a:cubicBezTo>
                    <a:pt x="191" y="905"/>
                    <a:pt x="344" y="725"/>
                    <a:pt x="344" y="538"/>
                  </a:cubicBezTo>
                  <a:lnTo>
                    <a:pt x="344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25"/>
            <p:cNvSpPr/>
            <p:nvPr/>
          </p:nvSpPr>
          <p:spPr>
            <a:xfrm>
              <a:off x="-558842" y="1931943"/>
              <a:ext cx="28093" cy="33812"/>
            </a:xfrm>
            <a:custGeom>
              <a:rect b="b" l="l" r="r" t="t"/>
              <a:pathLst>
                <a:path extrusionOk="0" h="668" w="555">
                  <a:moveTo>
                    <a:pt x="204" y="0"/>
                  </a:moveTo>
                  <a:cubicBezTo>
                    <a:pt x="137" y="0"/>
                    <a:pt x="66" y="21"/>
                    <a:pt x="0" y="63"/>
                  </a:cubicBezTo>
                  <a:lnTo>
                    <a:pt x="310" y="668"/>
                  </a:lnTo>
                  <a:cubicBezTo>
                    <a:pt x="480" y="559"/>
                    <a:pt x="554" y="341"/>
                    <a:pt x="473" y="185"/>
                  </a:cubicBezTo>
                  <a:lnTo>
                    <a:pt x="452" y="148"/>
                  </a:lnTo>
                  <a:cubicBezTo>
                    <a:pt x="405" y="52"/>
                    <a:pt x="310" y="0"/>
                    <a:pt x="20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25"/>
            <p:cNvSpPr/>
            <p:nvPr/>
          </p:nvSpPr>
          <p:spPr>
            <a:xfrm>
              <a:off x="-471729" y="2183260"/>
              <a:ext cx="161925" cy="123760"/>
            </a:xfrm>
            <a:custGeom>
              <a:rect b="b" l="l" r="r" t="t"/>
              <a:pathLst>
                <a:path extrusionOk="0" h="2445" w="3199">
                  <a:moveTo>
                    <a:pt x="483" y="0"/>
                  </a:moveTo>
                  <a:cubicBezTo>
                    <a:pt x="483" y="0"/>
                    <a:pt x="95" y="132"/>
                    <a:pt x="0" y="891"/>
                  </a:cubicBezTo>
                  <a:cubicBezTo>
                    <a:pt x="258" y="1445"/>
                    <a:pt x="718" y="1863"/>
                    <a:pt x="1408" y="2132"/>
                  </a:cubicBezTo>
                  <a:lnTo>
                    <a:pt x="1724" y="1778"/>
                  </a:lnTo>
                  <a:lnTo>
                    <a:pt x="3199" y="2445"/>
                  </a:lnTo>
                  <a:lnTo>
                    <a:pt x="3199" y="2445"/>
                  </a:lnTo>
                  <a:lnTo>
                    <a:pt x="483" y="336"/>
                  </a:lnTo>
                  <a:lnTo>
                    <a:pt x="483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25"/>
            <p:cNvSpPr/>
            <p:nvPr/>
          </p:nvSpPr>
          <p:spPr>
            <a:xfrm>
              <a:off x="-349082" y="2169998"/>
              <a:ext cx="60792" cy="137022"/>
            </a:xfrm>
            <a:custGeom>
              <a:rect b="b" l="l" r="r" t="t"/>
              <a:pathLst>
                <a:path extrusionOk="0" h="2707" w="1201">
                  <a:moveTo>
                    <a:pt x="1" y="0"/>
                  </a:moveTo>
                  <a:lnTo>
                    <a:pt x="1" y="514"/>
                  </a:lnTo>
                  <a:lnTo>
                    <a:pt x="776" y="2707"/>
                  </a:lnTo>
                  <a:lnTo>
                    <a:pt x="906" y="1758"/>
                  </a:lnTo>
                  <a:lnTo>
                    <a:pt x="1201" y="1605"/>
                  </a:lnTo>
                  <a:cubicBezTo>
                    <a:pt x="1201" y="1605"/>
                    <a:pt x="776" y="558"/>
                    <a:pt x="548" y="330"/>
                  </a:cubicBezTo>
                  <a:cubicBezTo>
                    <a:pt x="283" y="62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25"/>
            <p:cNvSpPr/>
            <p:nvPr/>
          </p:nvSpPr>
          <p:spPr>
            <a:xfrm>
              <a:off x="-750531" y="2235598"/>
              <a:ext cx="356600" cy="560690"/>
            </a:xfrm>
            <a:custGeom>
              <a:rect b="b" l="l" r="r" t="t"/>
              <a:pathLst>
                <a:path extrusionOk="0" h="11077" w="7045">
                  <a:moveTo>
                    <a:pt x="4872" y="0"/>
                  </a:moveTo>
                  <a:cubicBezTo>
                    <a:pt x="4872" y="0"/>
                    <a:pt x="4512" y="95"/>
                    <a:pt x="3811" y="840"/>
                  </a:cubicBezTo>
                  <a:cubicBezTo>
                    <a:pt x="3111" y="1584"/>
                    <a:pt x="368" y="6283"/>
                    <a:pt x="184" y="6548"/>
                  </a:cubicBezTo>
                  <a:cubicBezTo>
                    <a:pt x="1" y="6817"/>
                    <a:pt x="54" y="7180"/>
                    <a:pt x="381" y="7517"/>
                  </a:cubicBezTo>
                  <a:cubicBezTo>
                    <a:pt x="707" y="7857"/>
                    <a:pt x="3417" y="9876"/>
                    <a:pt x="3417" y="9876"/>
                  </a:cubicBezTo>
                  <a:cubicBezTo>
                    <a:pt x="3580" y="10016"/>
                    <a:pt x="3703" y="10186"/>
                    <a:pt x="4009" y="10485"/>
                  </a:cubicBezTo>
                  <a:cubicBezTo>
                    <a:pt x="4151" y="10624"/>
                    <a:pt x="4301" y="10784"/>
                    <a:pt x="4484" y="10865"/>
                  </a:cubicBezTo>
                  <a:cubicBezTo>
                    <a:pt x="4719" y="10967"/>
                    <a:pt x="4974" y="11042"/>
                    <a:pt x="5239" y="11066"/>
                  </a:cubicBezTo>
                  <a:cubicBezTo>
                    <a:pt x="5307" y="11073"/>
                    <a:pt x="5376" y="11077"/>
                    <a:pt x="5446" y="11077"/>
                  </a:cubicBezTo>
                  <a:cubicBezTo>
                    <a:pt x="5721" y="11077"/>
                    <a:pt x="6004" y="11021"/>
                    <a:pt x="6270" y="10900"/>
                  </a:cubicBezTo>
                  <a:cubicBezTo>
                    <a:pt x="6453" y="10815"/>
                    <a:pt x="6633" y="10696"/>
                    <a:pt x="6773" y="10542"/>
                  </a:cubicBezTo>
                  <a:cubicBezTo>
                    <a:pt x="6912" y="10390"/>
                    <a:pt x="7018" y="10195"/>
                    <a:pt x="7038" y="9999"/>
                  </a:cubicBezTo>
                  <a:cubicBezTo>
                    <a:pt x="7041" y="9961"/>
                    <a:pt x="7045" y="9920"/>
                    <a:pt x="7028" y="9886"/>
                  </a:cubicBezTo>
                  <a:cubicBezTo>
                    <a:pt x="7001" y="9828"/>
                    <a:pt x="6929" y="9808"/>
                    <a:pt x="6864" y="9795"/>
                  </a:cubicBezTo>
                  <a:cubicBezTo>
                    <a:pt x="6500" y="9710"/>
                    <a:pt x="6089" y="9682"/>
                    <a:pt x="5742" y="9560"/>
                  </a:cubicBezTo>
                  <a:cubicBezTo>
                    <a:pt x="5454" y="9455"/>
                    <a:pt x="5267" y="9339"/>
                    <a:pt x="5331" y="9305"/>
                  </a:cubicBezTo>
                  <a:cubicBezTo>
                    <a:pt x="5344" y="9298"/>
                    <a:pt x="5361" y="9296"/>
                    <a:pt x="5383" y="9296"/>
                  </a:cubicBezTo>
                  <a:cubicBezTo>
                    <a:pt x="5437" y="9296"/>
                    <a:pt x="5522" y="9312"/>
                    <a:pt x="5638" y="9312"/>
                  </a:cubicBezTo>
                  <a:cubicBezTo>
                    <a:pt x="5698" y="9312"/>
                    <a:pt x="5767" y="9308"/>
                    <a:pt x="5844" y="9295"/>
                  </a:cubicBezTo>
                  <a:cubicBezTo>
                    <a:pt x="6116" y="9251"/>
                    <a:pt x="6389" y="9043"/>
                    <a:pt x="6378" y="8890"/>
                  </a:cubicBezTo>
                  <a:cubicBezTo>
                    <a:pt x="6371" y="8785"/>
                    <a:pt x="6369" y="8766"/>
                    <a:pt x="6277" y="8766"/>
                  </a:cubicBezTo>
                  <a:cubicBezTo>
                    <a:pt x="6235" y="8766"/>
                    <a:pt x="6174" y="8770"/>
                    <a:pt x="6086" y="8772"/>
                  </a:cubicBezTo>
                  <a:cubicBezTo>
                    <a:pt x="5851" y="8772"/>
                    <a:pt x="5649" y="8712"/>
                    <a:pt x="5354" y="8712"/>
                  </a:cubicBezTo>
                  <a:cubicBezTo>
                    <a:pt x="5295" y="8712"/>
                    <a:pt x="5232" y="8714"/>
                    <a:pt x="5165" y="8720"/>
                  </a:cubicBezTo>
                  <a:cubicBezTo>
                    <a:pt x="5062" y="8730"/>
                    <a:pt x="4977" y="8735"/>
                    <a:pt x="4902" y="8735"/>
                  </a:cubicBezTo>
                  <a:cubicBezTo>
                    <a:pt x="4719" y="8735"/>
                    <a:pt x="4589" y="8707"/>
                    <a:pt x="4372" y="8659"/>
                  </a:cubicBezTo>
                  <a:cubicBezTo>
                    <a:pt x="3791" y="8533"/>
                    <a:pt x="2179" y="6371"/>
                    <a:pt x="2179" y="6371"/>
                  </a:cubicBezTo>
                  <a:lnTo>
                    <a:pt x="4978" y="2720"/>
                  </a:lnTo>
                  <a:cubicBezTo>
                    <a:pt x="4978" y="2720"/>
                    <a:pt x="5681" y="1231"/>
                    <a:pt x="4872" y="0"/>
                  </a:cubicBezTo>
                  <a:close/>
                </a:path>
              </a:pathLst>
            </a:custGeom>
            <a:solidFill>
              <a:srgbClr val="F4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25"/>
            <p:cNvSpPr/>
            <p:nvPr/>
          </p:nvSpPr>
          <p:spPr>
            <a:xfrm>
              <a:off x="-759338" y="2233675"/>
              <a:ext cx="309678" cy="486535"/>
            </a:xfrm>
            <a:custGeom>
              <a:rect b="b" l="l" r="r" t="t"/>
              <a:pathLst>
                <a:path extrusionOk="0" h="9612" w="6118">
                  <a:moveTo>
                    <a:pt x="5094" y="1"/>
                  </a:moveTo>
                  <a:cubicBezTo>
                    <a:pt x="3673" y="41"/>
                    <a:pt x="504" y="5872"/>
                    <a:pt x="252" y="6487"/>
                  </a:cubicBezTo>
                  <a:cubicBezTo>
                    <a:pt x="1" y="7099"/>
                    <a:pt x="32" y="7232"/>
                    <a:pt x="252" y="7467"/>
                  </a:cubicBezTo>
                  <a:cubicBezTo>
                    <a:pt x="473" y="7701"/>
                    <a:pt x="3190" y="9612"/>
                    <a:pt x="3190" y="9612"/>
                  </a:cubicBezTo>
                  <a:lnTo>
                    <a:pt x="4050" y="8371"/>
                  </a:lnTo>
                  <a:lnTo>
                    <a:pt x="2516" y="6392"/>
                  </a:lnTo>
                  <a:cubicBezTo>
                    <a:pt x="2516" y="6392"/>
                    <a:pt x="4285" y="4291"/>
                    <a:pt x="5203" y="2839"/>
                  </a:cubicBezTo>
                  <a:cubicBezTo>
                    <a:pt x="6117" y="1391"/>
                    <a:pt x="5094" y="1"/>
                    <a:pt x="5094" y="1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1" name="Google Shape;291;p25"/>
          <p:cNvSpPr/>
          <p:nvPr/>
        </p:nvSpPr>
        <p:spPr>
          <a:xfrm>
            <a:off x="2727442" y="2014085"/>
            <a:ext cx="2778" cy="1496"/>
          </a:xfrm>
          <a:custGeom>
            <a:rect b="b" l="l" r="r" t="t"/>
            <a:pathLst>
              <a:path extrusionOk="0" h="35" w="65">
                <a:moveTo>
                  <a:pt x="65" y="1"/>
                </a:moveTo>
                <a:lnTo>
                  <a:pt x="65" y="1"/>
                </a:lnTo>
                <a:cubicBezTo>
                  <a:pt x="57" y="4"/>
                  <a:pt x="50" y="7"/>
                  <a:pt x="43" y="11"/>
                </a:cubicBezTo>
                <a:lnTo>
                  <a:pt x="43" y="11"/>
                </a:lnTo>
                <a:cubicBezTo>
                  <a:pt x="50" y="7"/>
                  <a:pt x="58" y="4"/>
                  <a:pt x="65" y="1"/>
                </a:cubicBezTo>
                <a:close/>
                <a:moveTo>
                  <a:pt x="43" y="11"/>
                </a:moveTo>
                <a:lnTo>
                  <a:pt x="43" y="11"/>
                </a:lnTo>
                <a:cubicBezTo>
                  <a:pt x="28" y="18"/>
                  <a:pt x="14" y="26"/>
                  <a:pt x="0" y="34"/>
                </a:cubicBezTo>
                <a:cubicBezTo>
                  <a:pt x="14" y="27"/>
                  <a:pt x="28" y="19"/>
                  <a:pt x="43" y="1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25"/>
          <p:cNvSpPr/>
          <p:nvPr/>
        </p:nvSpPr>
        <p:spPr>
          <a:xfrm>
            <a:off x="2283418" y="4018558"/>
            <a:ext cx="64106" cy="91715"/>
          </a:xfrm>
          <a:custGeom>
            <a:rect b="b" l="l" r="r" t="t"/>
            <a:pathLst>
              <a:path extrusionOk="0" h="2146" w="1500">
                <a:moveTo>
                  <a:pt x="1500" y="0"/>
                </a:moveTo>
                <a:lnTo>
                  <a:pt x="0" y="228"/>
                </a:lnTo>
                <a:lnTo>
                  <a:pt x="0" y="2145"/>
                </a:lnTo>
                <a:lnTo>
                  <a:pt x="1500" y="1918"/>
                </a:lnTo>
                <a:lnTo>
                  <a:pt x="1500" y="0"/>
                </a:lnTo>
                <a:close/>
              </a:path>
            </a:pathLst>
          </a:custGeom>
          <a:solidFill>
            <a:srgbClr val="FFA8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25"/>
          <p:cNvSpPr/>
          <p:nvPr/>
        </p:nvSpPr>
        <p:spPr>
          <a:xfrm>
            <a:off x="2269316" y="4064584"/>
            <a:ext cx="173130" cy="141076"/>
          </a:xfrm>
          <a:custGeom>
            <a:rect b="b" l="l" r="r" t="t"/>
            <a:pathLst>
              <a:path extrusionOk="0" h="3301" w="4051">
                <a:moveTo>
                  <a:pt x="1830" y="1"/>
                </a:moveTo>
                <a:lnTo>
                  <a:pt x="1830" y="191"/>
                </a:lnTo>
                <a:cubicBezTo>
                  <a:pt x="1833" y="337"/>
                  <a:pt x="1180" y="453"/>
                  <a:pt x="986" y="480"/>
                </a:cubicBezTo>
                <a:cubicBezTo>
                  <a:pt x="920" y="489"/>
                  <a:pt x="854" y="493"/>
                  <a:pt x="793" y="493"/>
                </a:cubicBezTo>
                <a:cubicBezTo>
                  <a:pt x="580" y="493"/>
                  <a:pt x="404" y="444"/>
                  <a:pt x="330" y="375"/>
                </a:cubicBezTo>
                <a:lnTo>
                  <a:pt x="330" y="229"/>
                </a:lnTo>
                <a:cubicBezTo>
                  <a:pt x="329" y="229"/>
                  <a:pt x="328" y="228"/>
                  <a:pt x="327" y="228"/>
                </a:cubicBezTo>
                <a:cubicBezTo>
                  <a:pt x="247" y="228"/>
                  <a:pt x="183" y="493"/>
                  <a:pt x="123" y="732"/>
                </a:cubicBezTo>
                <a:cubicBezTo>
                  <a:pt x="55" y="997"/>
                  <a:pt x="0" y="1310"/>
                  <a:pt x="48" y="1439"/>
                </a:cubicBezTo>
                <a:cubicBezTo>
                  <a:pt x="133" y="1670"/>
                  <a:pt x="501" y="1847"/>
                  <a:pt x="660" y="2034"/>
                </a:cubicBezTo>
                <a:cubicBezTo>
                  <a:pt x="820" y="2224"/>
                  <a:pt x="1000" y="2496"/>
                  <a:pt x="1340" y="2826"/>
                </a:cubicBezTo>
                <a:cubicBezTo>
                  <a:pt x="1557" y="3037"/>
                  <a:pt x="1992" y="3300"/>
                  <a:pt x="2554" y="3300"/>
                </a:cubicBezTo>
                <a:cubicBezTo>
                  <a:pt x="2600" y="3300"/>
                  <a:pt x="2646" y="3299"/>
                  <a:pt x="2693" y="3295"/>
                </a:cubicBezTo>
                <a:cubicBezTo>
                  <a:pt x="3230" y="3254"/>
                  <a:pt x="4050" y="2938"/>
                  <a:pt x="3897" y="2524"/>
                </a:cubicBezTo>
                <a:cubicBezTo>
                  <a:pt x="3754" y="2126"/>
                  <a:pt x="3186" y="1790"/>
                  <a:pt x="2771" y="1484"/>
                </a:cubicBezTo>
                <a:cubicBezTo>
                  <a:pt x="2251" y="1099"/>
                  <a:pt x="1871" y="283"/>
                  <a:pt x="183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25"/>
          <p:cNvSpPr/>
          <p:nvPr/>
        </p:nvSpPr>
        <p:spPr>
          <a:xfrm>
            <a:off x="2283418" y="4064584"/>
            <a:ext cx="127315" cy="99066"/>
          </a:xfrm>
          <a:custGeom>
            <a:rect b="b" l="l" r="r" t="t"/>
            <a:pathLst>
              <a:path extrusionOk="0" h="2318" w="2979">
                <a:moveTo>
                  <a:pt x="1500" y="1"/>
                </a:moveTo>
                <a:lnTo>
                  <a:pt x="1500" y="191"/>
                </a:lnTo>
                <a:cubicBezTo>
                  <a:pt x="1503" y="337"/>
                  <a:pt x="850" y="453"/>
                  <a:pt x="656" y="480"/>
                </a:cubicBezTo>
                <a:cubicBezTo>
                  <a:pt x="590" y="489"/>
                  <a:pt x="524" y="493"/>
                  <a:pt x="463" y="493"/>
                </a:cubicBezTo>
                <a:cubicBezTo>
                  <a:pt x="250" y="493"/>
                  <a:pt x="74" y="444"/>
                  <a:pt x="0" y="375"/>
                </a:cubicBezTo>
                <a:lnTo>
                  <a:pt x="0" y="375"/>
                </a:lnTo>
                <a:cubicBezTo>
                  <a:pt x="0" y="375"/>
                  <a:pt x="449" y="1351"/>
                  <a:pt x="844" y="1765"/>
                </a:cubicBezTo>
                <a:cubicBezTo>
                  <a:pt x="1162" y="2098"/>
                  <a:pt x="1643" y="2317"/>
                  <a:pt x="2089" y="2317"/>
                </a:cubicBezTo>
                <a:cubicBezTo>
                  <a:pt x="2195" y="2317"/>
                  <a:pt x="2298" y="2305"/>
                  <a:pt x="2397" y="2279"/>
                </a:cubicBezTo>
                <a:cubicBezTo>
                  <a:pt x="2917" y="2143"/>
                  <a:pt x="2978" y="1915"/>
                  <a:pt x="2757" y="1711"/>
                </a:cubicBezTo>
                <a:cubicBezTo>
                  <a:pt x="2649" y="1633"/>
                  <a:pt x="2543" y="1558"/>
                  <a:pt x="2441" y="1484"/>
                </a:cubicBezTo>
                <a:cubicBezTo>
                  <a:pt x="1921" y="1099"/>
                  <a:pt x="1541" y="283"/>
                  <a:pt x="1500" y="1"/>
                </a:cubicBezTo>
                <a:close/>
              </a:path>
            </a:pathLst>
          </a:custGeom>
          <a:solidFill>
            <a:srgbClr val="FFA8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25"/>
          <p:cNvSpPr/>
          <p:nvPr/>
        </p:nvSpPr>
        <p:spPr>
          <a:xfrm>
            <a:off x="1844609" y="2010751"/>
            <a:ext cx="996938" cy="575546"/>
          </a:xfrm>
          <a:custGeom>
            <a:rect b="b" l="l" r="r" t="t"/>
            <a:pathLst>
              <a:path extrusionOk="0" h="13467" w="23327">
                <a:moveTo>
                  <a:pt x="23319" y="1557"/>
                </a:moveTo>
                <a:cubicBezTo>
                  <a:pt x="23323" y="1586"/>
                  <a:pt x="23325" y="1615"/>
                  <a:pt x="23327" y="1642"/>
                </a:cubicBezTo>
                <a:cubicBezTo>
                  <a:pt x="23326" y="1612"/>
                  <a:pt x="23323" y="1584"/>
                  <a:pt x="23319" y="1557"/>
                </a:cubicBezTo>
                <a:close/>
                <a:moveTo>
                  <a:pt x="21128" y="0"/>
                </a:moveTo>
                <a:cubicBezTo>
                  <a:pt x="20985" y="0"/>
                  <a:pt x="20842" y="27"/>
                  <a:pt x="20726" y="79"/>
                </a:cubicBezTo>
                <a:lnTo>
                  <a:pt x="20723" y="79"/>
                </a:lnTo>
                <a:cubicBezTo>
                  <a:pt x="20699" y="88"/>
                  <a:pt x="20679" y="102"/>
                  <a:pt x="20658" y="112"/>
                </a:cubicBezTo>
                <a:lnTo>
                  <a:pt x="331" y="11849"/>
                </a:lnTo>
                <a:cubicBezTo>
                  <a:pt x="249" y="11896"/>
                  <a:pt x="171" y="11964"/>
                  <a:pt x="103" y="12045"/>
                </a:cubicBezTo>
                <a:cubicBezTo>
                  <a:pt x="65" y="12094"/>
                  <a:pt x="31" y="12144"/>
                  <a:pt x="1" y="12199"/>
                </a:cubicBezTo>
                <a:lnTo>
                  <a:pt x="2198" y="13467"/>
                </a:lnTo>
                <a:cubicBezTo>
                  <a:pt x="2282" y="13321"/>
                  <a:pt x="2402" y="13195"/>
                  <a:pt x="2530" y="13117"/>
                </a:cubicBezTo>
                <a:lnTo>
                  <a:pt x="22857" y="1384"/>
                </a:lnTo>
                <a:cubicBezTo>
                  <a:pt x="22932" y="1340"/>
                  <a:pt x="23004" y="1320"/>
                  <a:pt x="23069" y="1320"/>
                </a:cubicBezTo>
                <a:cubicBezTo>
                  <a:pt x="23196" y="1320"/>
                  <a:pt x="23291" y="1406"/>
                  <a:pt x="23319" y="1557"/>
                </a:cubicBezTo>
                <a:lnTo>
                  <a:pt x="23319" y="1557"/>
                </a:lnTo>
                <a:cubicBezTo>
                  <a:pt x="23313" y="1518"/>
                  <a:pt x="23305" y="1476"/>
                  <a:pt x="23293" y="1435"/>
                </a:cubicBezTo>
                <a:cubicBezTo>
                  <a:pt x="23259" y="1312"/>
                  <a:pt x="23198" y="1190"/>
                  <a:pt x="23116" y="1085"/>
                </a:cubicBezTo>
                <a:cubicBezTo>
                  <a:pt x="23045" y="983"/>
                  <a:pt x="22953" y="898"/>
                  <a:pt x="22857" y="840"/>
                </a:cubicBezTo>
                <a:lnTo>
                  <a:pt x="22300" y="520"/>
                </a:lnTo>
                <a:lnTo>
                  <a:pt x="21597" y="112"/>
                </a:lnTo>
                <a:cubicBezTo>
                  <a:pt x="21549" y="85"/>
                  <a:pt x="21498" y="65"/>
                  <a:pt x="21443" y="48"/>
                </a:cubicBezTo>
                <a:cubicBezTo>
                  <a:pt x="21345" y="17"/>
                  <a:pt x="21236" y="0"/>
                  <a:pt x="21128" y="0"/>
                </a:cubicBezTo>
                <a:close/>
              </a:path>
            </a:pathLst>
          </a:custGeom>
          <a:solidFill>
            <a:srgbClr val="E0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6" name="Google Shape;296;p25"/>
          <p:cNvGrpSpPr/>
          <p:nvPr/>
        </p:nvGrpSpPr>
        <p:grpSpPr>
          <a:xfrm>
            <a:off x="2942526" y="944776"/>
            <a:ext cx="1118627" cy="1866883"/>
            <a:chOff x="1653252" y="1311775"/>
            <a:chExt cx="1287405" cy="2615415"/>
          </a:xfrm>
        </p:grpSpPr>
        <p:sp>
          <p:nvSpPr>
            <p:cNvPr id="297" name="Google Shape;297;p25"/>
            <p:cNvSpPr/>
            <p:nvPr/>
          </p:nvSpPr>
          <p:spPr>
            <a:xfrm>
              <a:off x="1653252" y="3010960"/>
              <a:ext cx="1287405" cy="739572"/>
            </a:xfrm>
            <a:custGeom>
              <a:rect b="b" l="l" r="r" t="t"/>
              <a:pathLst>
                <a:path extrusionOk="0" h="14611" w="25434">
                  <a:moveTo>
                    <a:pt x="22128" y="1"/>
                  </a:moveTo>
                  <a:cubicBezTo>
                    <a:pt x="21958" y="1"/>
                    <a:pt x="21789" y="37"/>
                    <a:pt x="21659" y="110"/>
                  </a:cubicBezTo>
                  <a:lnTo>
                    <a:pt x="258" y="12469"/>
                  </a:lnTo>
                  <a:cubicBezTo>
                    <a:pt x="0" y="12618"/>
                    <a:pt x="0" y="12859"/>
                    <a:pt x="258" y="13009"/>
                  </a:cubicBezTo>
                  <a:lnTo>
                    <a:pt x="2835" y="14498"/>
                  </a:lnTo>
                  <a:cubicBezTo>
                    <a:pt x="2964" y="14573"/>
                    <a:pt x="3134" y="14610"/>
                    <a:pt x="3304" y="14610"/>
                  </a:cubicBezTo>
                  <a:cubicBezTo>
                    <a:pt x="3474" y="14610"/>
                    <a:pt x="3644" y="14573"/>
                    <a:pt x="3774" y="14498"/>
                  </a:cubicBezTo>
                  <a:lnTo>
                    <a:pt x="25175" y="2139"/>
                  </a:lnTo>
                  <a:cubicBezTo>
                    <a:pt x="25433" y="1990"/>
                    <a:pt x="25433" y="1749"/>
                    <a:pt x="25175" y="1599"/>
                  </a:cubicBezTo>
                  <a:lnTo>
                    <a:pt x="22598" y="110"/>
                  </a:lnTo>
                  <a:cubicBezTo>
                    <a:pt x="22467" y="37"/>
                    <a:pt x="22297" y="1"/>
                    <a:pt x="22128" y="1"/>
                  </a:cubicBezTo>
                  <a:close/>
                </a:path>
              </a:pathLst>
            </a:custGeom>
            <a:solidFill>
              <a:srgbClr val="000000">
                <a:alpha val="3213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25"/>
            <p:cNvSpPr/>
            <p:nvPr/>
          </p:nvSpPr>
          <p:spPr>
            <a:xfrm>
              <a:off x="1701238" y="1311775"/>
              <a:ext cx="1187790" cy="2384034"/>
            </a:xfrm>
            <a:custGeom>
              <a:rect b="b" l="l" r="r" t="t"/>
              <a:pathLst>
                <a:path extrusionOk="0" h="47099" w="23466">
                  <a:moveTo>
                    <a:pt x="21266" y="0"/>
                  </a:moveTo>
                  <a:cubicBezTo>
                    <a:pt x="21096" y="0"/>
                    <a:pt x="20926" y="38"/>
                    <a:pt x="20797" y="112"/>
                  </a:cubicBezTo>
                  <a:lnTo>
                    <a:pt x="469" y="11849"/>
                  </a:lnTo>
                  <a:cubicBezTo>
                    <a:pt x="211" y="11998"/>
                    <a:pt x="0" y="12362"/>
                    <a:pt x="0" y="12658"/>
                  </a:cubicBezTo>
                  <a:lnTo>
                    <a:pt x="0" y="45446"/>
                  </a:lnTo>
                  <a:cubicBezTo>
                    <a:pt x="0" y="45741"/>
                    <a:pt x="211" y="46105"/>
                    <a:pt x="469" y="46255"/>
                  </a:cubicBezTo>
                  <a:lnTo>
                    <a:pt x="1731" y="46986"/>
                  </a:lnTo>
                  <a:cubicBezTo>
                    <a:pt x="1862" y="47061"/>
                    <a:pt x="2032" y="47098"/>
                    <a:pt x="2201" y="47098"/>
                  </a:cubicBezTo>
                  <a:cubicBezTo>
                    <a:pt x="2371" y="47098"/>
                    <a:pt x="2540" y="47061"/>
                    <a:pt x="2669" y="46986"/>
                  </a:cubicBezTo>
                  <a:lnTo>
                    <a:pt x="22996" y="35250"/>
                  </a:lnTo>
                  <a:cubicBezTo>
                    <a:pt x="23255" y="35101"/>
                    <a:pt x="23465" y="34737"/>
                    <a:pt x="23465" y="34437"/>
                  </a:cubicBezTo>
                  <a:lnTo>
                    <a:pt x="23465" y="1653"/>
                  </a:lnTo>
                  <a:cubicBezTo>
                    <a:pt x="23465" y="1353"/>
                    <a:pt x="23255" y="990"/>
                    <a:pt x="22996" y="840"/>
                  </a:cubicBezTo>
                  <a:lnTo>
                    <a:pt x="21735" y="112"/>
                  </a:lnTo>
                  <a:cubicBezTo>
                    <a:pt x="21606" y="38"/>
                    <a:pt x="21436" y="0"/>
                    <a:pt x="2126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25"/>
            <p:cNvSpPr/>
            <p:nvPr/>
          </p:nvSpPr>
          <p:spPr>
            <a:xfrm>
              <a:off x="1704629" y="1935942"/>
              <a:ext cx="456" cy="759"/>
            </a:xfrm>
            <a:custGeom>
              <a:rect b="b" l="l" r="r" t="t"/>
              <a:pathLst>
                <a:path extrusionOk="0" h="15" w="9">
                  <a:moveTo>
                    <a:pt x="1" y="14"/>
                  </a:moveTo>
                  <a:cubicBezTo>
                    <a:pt x="1" y="11"/>
                    <a:pt x="5" y="8"/>
                    <a:pt x="8" y="0"/>
                  </a:cubicBezTo>
                  <a:cubicBezTo>
                    <a:pt x="5" y="8"/>
                    <a:pt x="1" y="11"/>
                    <a:pt x="1" y="14"/>
                  </a:cubicBezTo>
                  <a:close/>
                </a:path>
              </a:pathLst>
            </a:custGeom>
            <a:solidFill>
              <a:srgbClr val="27DE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25"/>
            <p:cNvSpPr/>
            <p:nvPr/>
          </p:nvSpPr>
          <p:spPr>
            <a:xfrm>
              <a:off x="1702402" y="1936650"/>
              <a:ext cx="2278" cy="7238"/>
            </a:xfrm>
            <a:custGeom>
              <a:rect b="b" l="l" r="r" t="t"/>
              <a:pathLst>
                <a:path extrusionOk="0" h="143" w="45">
                  <a:moveTo>
                    <a:pt x="1" y="143"/>
                  </a:moveTo>
                  <a:cubicBezTo>
                    <a:pt x="11" y="96"/>
                    <a:pt x="24" y="48"/>
                    <a:pt x="45" y="0"/>
                  </a:cubicBezTo>
                  <a:cubicBezTo>
                    <a:pt x="24" y="48"/>
                    <a:pt x="11" y="96"/>
                    <a:pt x="1" y="143"/>
                  </a:cubicBezTo>
                  <a:close/>
                </a:path>
              </a:pathLst>
            </a:custGeom>
            <a:solidFill>
              <a:srgbClr val="27DE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25"/>
            <p:cNvSpPr/>
            <p:nvPr/>
          </p:nvSpPr>
          <p:spPr>
            <a:xfrm>
              <a:off x="1705034" y="1311775"/>
              <a:ext cx="1183994" cy="681716"/>
            </a:xfrm>
            <a:custGeom>
              <a:rect b="b" l="l" r="r" t="t"/>
              <a:pathLst>
                <a:path extrusionOk="0" h="13468" w="23391">
                  <a:moveTo>
                    <a:pt x="65" y="12196"/>
                  </a:moveTo>
                  <a:cubicBezTo>
                    <a:pt x="41" y="12240"/>
                    <a:pt x="17" y="12287"/>
                    <a:pt x="0" y="12331"/>
                  </a:cubicBezTo>
                  <a:cubicBezTo>
                    <a:pt x="19" y="12285"/>
                    <a:pt x="41" y="12240"/>
                    <a:pt x="66" y="12197"/>
                  </a:cubicBezTo>
                  <a:lnTo>
                    <a:pt x="66" y="12197"/>
                  </a:lnTo>
                  <a:lnTo>
                    <a:pt x="65" y="12196"/>
                  </a:lnTo>
                  <a:close/>
                  <a:moveTo>
                    <a:pt x="21191" y="0"/>
                  </a:moveTo>
                  <a:cubicBezTo>
                    <a:pt x="21021" y="0"/>
                    <a:pt x="20851" y="38"/>
                    <a:pt x="20722" y="112"/>
                  </a:cubicBezTo>
                  <a:lnTo>
                    <a:pt x="394" y="11846"/>
                  </a:lnTo>
                  <a:cubicBezTo>
                    <a:pt x="266" y="11921"/>
                    <a:pt x="150" y="12050"/>
                    <a:pt x="66" y="12197"/>
                  </a:cubicBezTo>
                  <a:lnTo>
                    <a:pt x="66" y="12197"/>
                  </a:lnTo>
                  <a:lnTo>
                    <a:pt x="2264" y="13467"/>
                  </a:lnTo>
                  <a:cubicBezTo>
                    <a:pt x="2349" y="13321"/>
                    <a:pt x="2465" y="13192"/>
                    <a:pt x="2594" y="13117"/>
                  </a:cubicBezTo>
                  <a:lnTo>
                    <a:pt x="22921" y="1381"/>
                  </a:lnTo>
                  <a:cubicBezTo>
                    <a:pt x="22996" y="1338"/>
                    <a:pt x="23067" y="1317"/>
                    <a:pt x="23130" y="1317"/>
                  </a:cubicBezTo>
                  <a:cubicBezTo>
                    <a:pt x="23284" y="1317"/>
                    <a:pt x="23390" y="1440"/>
                    <a:pt x="23390" y="1652"/>
                  </a:cubicBezTo>
                  <a:lnTo>
                    <a:pt x="23390" y="1652"/>
                  </a:lnTo>
                  <a:cubicBezTo>
                    <a:pt x="23390" y="1353"/>
                    <a:pt x="23180" y="989"/>
                    <a:pt x="22921" y="840"/>
                  </a:cubicBezTo>
                  <a:lnTo>
                    <a:pt x="21660" y="112"/>
                  </a:lnTo>
                  <a:cubicBezTo>
                    <a:pt x="21531" y="38"/>
                    <a:pt x="21361" y="0"/>
                    <a:pt x="2119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25"/>
            <p:cNvSpPr/>
            <p:nvPr/>
          </p:nvSpPr>
          <p:spPr>
            <a:xfrm>
              <a:off x="1886904" y="1559093"/>
              <a:ext cx="909040" cy="1664556"/>
            </a:xfrm>
            <a:custGeom>
              <a:rect b="b" l="l" r="r" t="t"/>
              <a:pathLst>
                <a:path extrusionOk="0" h="32885" w="17959">
                  <a:moveTo>
                    <a:pt x="17742" y="1"/>
                  </a:moveTo>
                  <a:cubicBezTo>
                    <a:pt x="17689" y="1"/>
                    <a:pt x="17630" y="18"/>
                    <a:pt x="17567" y="54"/>
                  </a:cubicBezTo>
                  <a:lnTo>
                    <a:pt x="392" y="9972"/>
                  </a:lnTo>
                  <a:cubicBezTo>
                    <a:pt x="174" y="10097"/>
                    <a:pt x="1" y="10400"/>
                    <a:pt x="1" y="10648"/>
                  </a:cubicBezTo>
                  <a:lnTo>
                    <a:pt x="1" y="32604"/>
                  </a:lnTo>
                  <a:cubicBezTo>
                    <a:pt x="1" y="32783"/>
                    <a:pt x="88" y="32884"/>
                    <a:pt x="217" y="32884"/>
                  </a:cubicBezTo>
                  <a:cubicBezTo>
                    <a:pt x="269" y="32884"/>
                    <a:pt x="328" y="32868"/>
                    <a:pt x="392" y="32832"/>
                  </a:cubicBezTo>
                  <a:lnTo>
                    <a:pt x="17567" y="22915"/>
                  </a:lnTo>
                  <a:cubicBezTo>
                    <a:pt x="17782" y="22789"/>
                    <a:pt x="17958" y="22487"/>
                    <a:pt x="17958" y="22234"/>
                  </a:cubicBezTo>
                  <a:lnTo>
                    <a:pt x="17958" y="279"/>
                  </a:lnTo>
                  <a:cubicBezTo>
                    <a:pt x="17958" y="103"/>
                    <a:pt x="17870" y="1"/>
                    <a:pt x="1774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25"/>
            <p:cNvSpPr/>
            <p:nvPr/>
          </p:nvSpPr>
          <p:spPr>
            <a:xfrm>
              <a:off x="1701238" y="1929058"/>
              <a:ext cx="129631" cy="1766652"/>
            </a:xfrm>
            <a:custGeom>
              <a:rect b="b" l="l" r="r" t="t"/>
              <a:pathLst>
                <a:path extrusionOk="0" h="34902" w="2561">
                  <a:moveTo>
                    <a:pt x="140" y="1"/>
                  </a:moveTo>
                  <a:cubicBezTo>
                    <a:pt x="88" y="92"/>
                    <a:pt x="44" y="194"/>
                    <a:pt x="24" y="293"/>
                  </a:cubicBezTo>
                  <a:cubicBezTo>
                    <a:pt x="7" y="351"/>
                    <a:pt x="0" y="409"/>
                    <a:pt x="0" y="463"/>
                  </a:cubicBezTo>
                  <a:lnTo>
                    <a:pt x="3" y="33248"/>
                  </a:lnTo>
                  <a:cubicBezTo>
                    <a:pt x="3" y="33550"/>
                    <a:pt x="211" y="33910"/>
                    <a:pt x="469" y="34060"/>
                  </a:cubicBezTo>
                  <a:lnTo>
                    <a:pt x="1731" y="34791"/>
                  </a:lnTo>
                  <a:cubicBezTo>
                    <a:pt x="1765" y="34808"/>
                    <a:pt x="1798" y="34825"/>
                    <a:pt x="1836" y="34839"/>
                  </a:cubicBezTo>
                  <a:cubicBezTo>
                    <a:pt x="1853" y="34845"/>
                    <a:pt x="1874" y="34852"/>
                    <a:pt x="1894" y="34859"/>
                  </a:cubicBezTo>
                  <a:cubicBezTo>
                    <a:pt x="1931" y="34869"/>
                    <a:pt x="1972" y="34880"/>
                    <a:pt x="2013" y="34886"/>
                  </a:cubicBezTo>
                  <a:cubicBezTo>
                    <a:pt x="2074" y="34896"/>
                    <a:pt x="2138" y="34901"/>
                    <a:pt x="2202" y="34901"/>
                  </a:cubicBezTo>
                  <a:cubicBezTo>
                    <a:pt x="2265" y="34901"/>
                    <a:pt x="2329" y="34896"/>
                    <a:pt x="2390" y="34886"/>
                  </a:cubicBezTo>
                  <a:cubicBezTo>
                    <a:pt x="2421" y="34880"/>
                    <a:pt x="2451" y="34872"/>
                    <a:pt x="2482" y="34866"/>
                  </a:cubicBezTo>
                  <a:cubicBezTo>
                    <a:pt x="2509" y="34859"/>
                    <a:pt x="2536" y="34849"/>
                    <a:pt x="2561" y="34839"/>
                  </a:cubicBezTo>
                  <a:lnTo>
                    <a:pt x="2561" y="34839"/>
                  </a:lnTo>
                  <a:cubicBezTo>
                    <a:pt x="2524" y="34850"/>
                    <a:pt x="2490" y="34856"/>
                    <a:pt x="2457" y="34856"/>
                  </a:cubicBezTo>
                  <a:cubicBezTo>
                    <a:pt x="2304" y="34856"/>
                    <a:pt x="2200" y="34733"/>
                    <a:pt x="2200" y="34519"/>
                  </a:cubicBezTo>
                  <a:lnTo>
                    <a:pt x="2200" y="1735"/>
                  </a:lnTo>
                  <a:cubicBezTo>
                    <a:pt x="2200" y="1585"/>
                    <a:pt x="2255" y="1418"/>
                    <a:pt x="2339" y="1272"/>
                  </a:cubicBezTo>
                  <a:lnTo>
                    <a:pt x="14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25"/>
            <p:cNvSpPr/>
            <p:nvPr/>
          </p:nvSpPr>
          <p:spPr>
            <a:xfrm>
              <a:off x="2026153" y="3270882"/>
              <a:ext cx="106550" cy="150283"/>
            </a:xfrm>
            <a:custGeom>
              <a:rect b="b" l="l" r="r" t="t"/>
              <a:pathLst>
                <a:path extrusionOk="0" h="2969" w="2105">
                  <a:moveTo>
                    <a:pt x="1098" y="1"/>
                  </a:moveTo>
                  <a:cubicBezTo>
                    <a:pt x="1051" y="1"/>
                    <a:pt x="990" y="58"/>
                    <a:pt x="962" y="143"/>
                  </a:cubicBezTo>
                  <a:lnTo>
                    <a:pt x="727" y="921"/>
                  </a:lnTo>
                  <a:cubicBezTo>
                    <a:pt x="711" y="969"/>
                    <a:pt x="683" y="1016"/>
                    <a:pt x="650" y="1040"/>
                  </a:cubicBezTo>
                  <a:lnTo>
                    <a:pt x="119" y="1451"/>
                  </a:lnTo>
                  <a:cubicBezTo>
                    <a:pt x="34" y="1517"/>
                    <a:pt x="0" y="1672"/>
                    <a:pt x="61" y="1717"/>
                  </a:cubicBezTo>
                  <a:lnTo>
                    <a:pt x="446" y="1996"/>
                  </a:lnTo>
                  <a:cubicBezTo>
                    <a:pt x="469" y="2013"/>
                    <a:pt x="479" y="2050"/>
                    <a:pt x="476" y="2098"/>
                  </a:cubicBezTo>
                  <a:lnTo>
                    <a:pt x="385" y="2856"/>
                  </a:lnTo>
                  <a:cubicBezTo>
                    <a:pt x="376" y="2928"/>
                    <a:pt x="405" y="2969"/>
                    <a:pt x="446" y="2969"/>
                  </a:cubicBezTo>
                  <a:cubicBezTo>
                    <a:pt x="473" y="2969"/>
                    <a:pt x="504" y="2951"/>
                    <a:pt x="534" y="2914"/>
                  </a:cubicBezTo>
                  <a:lnTo>
                    <a:pt x="1010" y="2308"/>
                  </a:lnTo>
                  <a:cubicBezTo>
                    <a:pt x="1035" y="2271"/>
                    <a:pt x="1068" y="2250"/>
                    <a:pt x="1097" y="2250"/>
                  </a:cubicBezTo>
                  <a:cubicBezTo>
                    <a:pt x="1100" y="2250"/>
                    <a:pt x="1102" y="2251"/>
                    <a:pt x="1105" y="2251"/>
                  </a:cubicBezTo>
                  <a:lnTo>
                    <a:pt x="1577" y="2312"/>
                  </a:lnTo>
                  <a:cubicBezTo>
                    <a:pt x="1579" y="2312"/>
                    <a:pt x="1581" y="2312"/>
                    <a:pt x="1583" y="2312"/>
                  </a:cubicBezTo>
                  <a:cubicBezTo>
                    <a:pt x="1657" y="2312"/>
                    <a:pt x="1740" y="2180"/>
                    <a:pt x="1727" y="2080"/>
                  </a:cubicBezTo>
                  <a:lnTo>
                    <a:pt x="1635" y="1428"/>
                  </a:lnTo>
                  <a:cubicBezTo>
                    <a:pt x="1632" y="1387"/>
                    <a:pt x="1642" y="1336"/>
                    <a:pt x="1666" y="1288"/>
                  </a:cubicBezTo>
                  <a:lnTo>
                    <a:pt x="2050" y="568"/>
                  </a:lnTo>
                  <a:cubicBezTo>
                    <a:pt x="2105" y="468"/>
                    <a:pt x="2084" y="362"/>
                    <a:pt x="2018" y="362"/>
                  </a:cubicBezTo>
                  <a:cubicBezTo>
                    <a:pt x="2010" y="362"/>
                    <a:pt x="2001" y="364"/>
                    <a:pt x="1992" y="367"/>
                  </a:cubicBezTo>
                  <a:lnTo>
                    <a:pt x="1462" y="571"/>
                  </a:lnTo>
                  <a:cubicBezTo>
                    <a:pt x="1453" y="575"/>
                    <a:pt x="1444" y="576"/>
                    <a:pt x="1436" y="576"/>
                  </a:cubicBezTo>
                  <a:cubicBezTo>
                    <a:pt x="1415" y="576"/>
                    <a:pt x="1397" y="563"/>
                    <a:pt x="1387" y="541"/>
                  </a:cubicBezTo>
                  <a:lnTo>
                    <a:pt x="1149" y="37"/>
                  </a:lnTo>
                  <a:cubicBezTo>
                    <a:pt x="1138" y="12"/>
                    <a:pt x="1119" y="1"/>
                    <a:pt x="109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25"/>
            <p:cNvSpPr/>
            <p:nvPr/>
          </p:nvSpPr>
          <p:spPr>
            <a:xfrm>
              <a:off x="2161758" y="3192576"/>
              <a:ext cx="106600" cy="150283"/>
            </a:xfrm>
            <a:custGeom>
              <a:rect b="b" l="l" r="r" t="t"/>
              <a:pathLst>
                <a:path extrusionOk="0" h="2969" w="2106">
                  <a:moveTo>
                    <a:pt x="1099" y="1"/>
                  </a:moveTo>
                  <a:cubicBezTo>
                    <a:pt x="1052" y="1"/>
                    <a:pt x="991" y="58"/>
                    <a:pt x="965" y="142"/>
                  </a:cubicBezTo>
                  <a:lnTo>
                    <a:pt x="728" y="922"/>
                  </a:lnTo>
                  <a:cubicBezTo>
                    <a:pt x="711" y="969"/>
                    <a:pt x="684" y="1016"/>
                    <a:pt x="649" y="1040"/>
                  </a:cubicBezTo>
                  <a:lnTo>
                    <a:pt x="119" y="1452"/>
                  </a:lnTo>
                  <a:cubicBezTo>
                    <a:pt x="34" y="1517"/>
                    <a:pt x="0" y="1672"/>
                    <a:pt x="61" y="1717"/>
                  </a:cubicBezTo>
                  <a:lnTo>
                    <a:pt x="446" y="1996"/>
                  </a:lnTo>
                  <a:cubicBezTo>
                    <a:pt x="469" y="2013"/>
                    <a:pt x="480" y="2050"/>
                    <a:pt x="476" y="2098"/>
                  </a:cubicBezTo>
                  <a:lnTo>
                    <a:pt x="384" y="2856"/>
                  </a:lnTo>
                  <a:cubicBezTo>
                    <a:pt x="376" y="2928"/>
                    <a:pt x="405" y="2969"/>
                    <a:pt x="446" y="2969"/>
                  </a:cubicBezTo>
                  <a:cubicBezTo>
                    <a:pt x="473" y="2969"/>
                    <a:pt x="504" y="2951"/>
                    <a:pt x="534" y="2913"/>
                  </a:cubicBezTo>
                  <a:lnTo>
                    <a:pt x="1010" y="2309"/>
                  </a:lnTo>
                  <a:cubicBezTo>
                    <a:pt x="1035" y="2271"/>
                    <a:pt x="1069" y="2251"/>
                    <a:pt x="1098" y="2251"/>
                  </a:cubicBezTo>
                  <a:cubicBezTo>
                    <a:pt x="1101" y="2251"/>
                    <a:pt x="1103" y="2251"/>
                    <a:pt x="1105" y="2251"/>
                  </a:cubicBezTo>
                  <a:lnTo>
                    <a:pt x="1577" y="2312"/>
                  </a:lnTo>
                  <a:cubicBezTo>
                    <a:pt x="1579" y="2312"/>
                    <a:pt x="1581" y="2312"/>
                    <a:pt x="1583" y="2312"/>
                  </a:cubicBezTo>
                  <a:cubicBezTo>
                    <a:pt x="1659" y="2312"/>
                    <a:pt x="1740" y="2180"/>
                    <a:pt x="1727" y="2080"/>
                  </a:cubicBezTo>
                  <a:lnTo>
                    <a:pt x="1638" y="1428"/>
                  </a:lnTo>
                  <a:cubicBezTo>
                    <a:pt x="1632" y="1387"/>
                    <a:pt x="1643" y="1336"/>
                    <a:pt x="1666" y="1289"/>
                  </a:cubicBezTo>
                  <a:lnTo>
                    <a:pt x="2050" y="568"/>
                  </a:lnTo>
                  <a:cubicBezTo>
                    <a:pt x="2105" y="468"/>
                    <a:pt x="2084" y="362"/>
                    <a:pt x="2018" y="362"/>
                  </a:cubicBezTo>
                  <a:cubicBezTo>
                    <a:pt x="2010" y="362"/>
                    <a:pt x="2002" y="364"/>
                    <a:pt x="1993" y="367"/>
                  </a:cubicBezTo>
                  <a:lnTo>
                    <a:pt x="1462" y="571"/>
                  </a:lnTo>
                  <a:cubicBezTo>
                    <a:pt x="1453" y="575"/>
                    <a:pt x="1445" y="576"/>
                    <a:pt x="1437" y="576"/>
                  </a:cubicBezTo>
                  <a:cubicBezTo>
                    <a:pt x="1415" y="576"/>
                    <a:pt x="1397" y="563"/>
                    <a:pt x="1387" y="541"/>
                  </a:cubicBezTo>
                  <a:lnTo>
                    <a:pt x="1149" y="37"/>
                  </a:lnTo>
                  <a:cubicBezTo>
                    <a:pt x="1138" y="12"/>
                    <a:pt x="1119" y="1"/>
                    <a:pt x="109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25"/>
            <p:cNvSpPr/>
            <p:nvPr/>
          </p:nvSpPr>
          <p:spPr>
            <a:xfrm>
              <a:off x="2297312" y="3114271"/>
              <a:ext cx="106600" cy="150283"/>
            </a:xfrm>
            <a:custGeom>
              <a:rect b="b" l="l" r="r" t="t"/>
              <a:pathLst>
                <a:path extrusionOk="0" h="2969" w="2106">
                  <a:moveTo>
                    <a:pt x="1100" y="1"/>
                  </a:moveTo>
                  <a:cubicBezTo>
                    <a:pt x="1053" y="1"/>
                    <a:pt x="993" y="58"/>
                    <a:pt x="967" y="143"/>
                  </a:cubicBezTo>
                  <a:lnTo>
                    <a:pt x="729" y="922"/>
                  </a:lnTo>
                  <a:cubicBezTo>
                    <a:pt x="711" y="969"/>
                    <a:pt x="685" y="1016"/>
                    <a:pt x="650" y="1041"/>
                  </a:cubicBezTo>
                  <a:lnTo>
                    <a:pt x="120" y="1452"/>
                  </a:lnTo>
                  <a:cubicBezTo>
                    <a:pt x="35" y="1517"/>
                    <a:pt x="1" y="1673"/>
                    <a:pt x="62" y="1717"/>
                  </a:cubicBezTo>
                  <a:lnTo>
                    <a:pt x="446" y="1995"/>
                  </a:lnTo>
                  <a:cubicBezTo>
                    <a:pt x="470" y="2013"/>
                    <a:pt x="484" y="2050"/>
                    <a:pt x="477" y="2097"/>
                  </a:cubicBezTo>
                  <a:lnTo>
                    <a:pt x="385" y="2856"/>
                  </a:lnTo>
                  <a:cubicBezTo>
                    <a:pt x="377" y="2928"/>
                    <a:pt x="406" y="2969"/>
                    <a:pt x="447" y="2969"/>
                  </a:cubicBezTo>
                  <a:cubicBezTo>
                    <a:pt x="474" y="2969"/>
                    <a:pt x="506" y="2951"/>
                    <a:pt x="535" y="2913"/>
                  </a:cubicBezTo>
                  <a:lnTo>
                    <a:pt x="1011" y="2309"/>
                  </a:lnTo>
                  <a:cubicBezTo>
                    <a:pt x="1036" y="2271"/>
                    <a:pt x="1070" y="2251"/>
                    <a:pt x="1100" y="2251"/>
                  </a:cubicBezTo>
                  <a:cubicBezTo>
                    <a:pt x="1102" y="2251"/>
                    <a:pt x="1104" y="2251"/>
                    <a:pt x="1106" y="2251"/>
                  </a:cubicBezTo>
                  <a:lnTo>
                    <a:pt x="1579" y="2312"/>
                  </a:lnTo>
                  <a:cubicBezTo>
                    <a:pt x="1581" y="2312"/>
                    <a:pt x="1582" y="2312"/>
                    <a:pt x="1584" y="2312"/>
                  </a:cubicBezTo>
                  <a:cubicBezTo>
                    <a:pt x="1661" y="2312"/>
                    <a:pt x="1745" y="2181"/>
                    <a:pt x="1728" y="2081"/>
                  </a:cubicBezTo>
                  <a:lnTo>
                    <a:pt x="1640" y="1428"/>
                  </a:lnTo>
                  <a:cubicBezTo>
                    <a:pt x="1633" y="1388"/>
                    <a:pt x="1643" y="1336"/>
                    <a:pt x="1667" y="1289"/>
                  </a:cubicBezTo>
                  <a:lnTo>
                    <a:pt x="2051" y="568"/>
                  </a:lnTo>
                  <a:cubicBezTo>
                    <a:pt x="2106" y="468"/>
                    <a:pt x="2085" y="363"/>
                    <a:pt x="2022" y="363"/>
                  </a:cubicBezTo>
                  <a:cubicBezTo>
                    <a:pt x="2014" y="363"/>
                    <a:pt x="2006" y="364"/>
                    <a:pt x="1997" y="368"/>
                  </a:cubicBezTo>
                  <a:lnTo>
                    <a:pt x="1463" y="572"/>
                  </a:lnTo>
                  <a:cubicBezTo>
                    <a:pt x="1455" y="575"/>
                    <a:pt x="1447" y="577"/>
                    <a:pt x="1440" y="577"/>
                  </a:cubicBezTo>
                  <a:cubicBezTo>
                    <a:pt x="1418" y="577"/>
                    <a:pt x="1398" y="564"/>
                    <a:pt x="1388" y="541"/>
                  </a:cubicBezTo>
                  <a:lnTo>
                    <a:pt x="1150" y="37"/>
                  </a:lnTo>
                  <a:cubicBezTo>
                    <a:pt x="1139" y="12"/>
                    <a:pt x="1121" y="1"/>
                    <a:pt x="110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25"/>
            <p:cNvSpPr/>
            <p:nvPr/>
          </p:nvSpPr>
          <p:spPr>
            <a:xfrm>
              <a:off x="2432967" y="3036016"/>
              <a:ext cx="106550" cy="150283"/>
            </a:xfrm>
            <a:custGeom>
              <a:rect b="b" l="l" r="r" t="t"/>
              <a:pathLst>
                <a:path extrusionOk="0" h="2969" w="2105">
                  <a:moveTo>
                    <a:pt x="1098" y="1"/>
                  </a:moveTo>
                  <a:cubicBezTo>
                    <a:pt x="1052" y="1"/>
                    <a:pt x="992" y="58"/>
                    <a:pt x="966" y="142"/>
                  </a:cubicBezTo>
                  <a:lnTo>
                    <a:pt x="727" y="921"/>
                  </a:lnTo>
                  <a:cubicBezTo>
                    <a:pt x="711" y="968"/>
                    <a:pt x="683" y="1016"/>
                    <a:pt x="650" y="1040"/>
                  </a:cubicBezTo>
                  <a:lnTo>
                    <a:pt x="119" y="1451"/>
                  </a:lnTo>
                  <a:cubicBezTo>
                    <a:pt x="34" y="1515"/>
                    <a:pt x="0" y="1672"/>
                    <a:pt x="62" y="1716"/>
                  </a:cubicBezTo>
                  <a:lnTo>
                    <a:pt x="446" y="1995"/>
                  </a:lnTo>
                  <a:cubicBezTo>
                    <a:pt x="470" y="2012"/>
                    <a:pt x="483" y="2049"/>
                    <a:pt x="476" y="2097"/>
                  </a:cubicBezTo>
                  <a:lnTo>
                    <a:pt x="385" y="2855"/>
                  </a:lnTo>
                  <a:cubicBezTo>
                    <a:pt x="376" y="2927"/>
                    <a:pt x="405" y="2968"/>
                    <a:pt x="446" y="2968"/>
                  </a:cubicBezTo>
                  <a:cubicBezTo>
                    <a:pt x="473" y="2968"/>
                    <a:pt x="504" y="2951"/>
                    <a:pt x="534" y="2913"/>
                  </a:cubicBezTo>
                  <a:lnTo>
                    <a:pt x="1010" y="2308"/>
                  </a:lnTo>
                  <a:cubicBezTo>
                    <a:pt x="1039" y="2270"/>
                    <a:pt x="1070" y="2249"/>
                    <a:pt x="1099" y="2249"/>
                  </a:cubicBezTo>
                  <a:cubicBezTo>
                    <a:pt x="1101" y="2249"/>
                    <a:pt x="1103" y="2250"/>
                    <a:pt x="1105" y="2250"/>
                  </a:cubicBezTo>
                  <a:lnTo>
                    <a:pt x="1578" y="2311"/>
                  </a:lnTo>
                  <a:cubicBezTo>
                    <a:pt x="1579" y="2311"/>
                    <a:pt x="1581" y="2311"/>
                    <a:pt x="1583" y="2311"/>
                  </a:cubicBezTo>
                  <a:cubicBezTo>
                    <a:pt x="1660" y="2311"/>
                    <a:pt x="1744" y="2180"/>
                    <a:pt x="1727" y="2080"/>
                  </a:cubicBezTo>
                  <a:lnTo>
                    <a:pt x="1639" y="1427"/>
                  </a:lnTo>
                  <a:cubicBezTo>
                    <a:pt x="1632" y="1387"/>
                    <a:pt x="1642" y="1335"/>
                    <a:pt x="1666" y="1288"/>
                  </a:cubicBezTo>
                  <a:lnTo>
                    <a:pt x="2050" y="567"/>
                  </a:lnTo>
                  <a:cubicBezTo>
                    <a:pt x="2105" y="467"/>
                    <a:pt x="2084" y="362"/>
                    <a:pt x="2021" y="362"/>
                  </a:cubicBezTo>
                  <a:cubicBezTo>
                    <a:pt x="2013" y="362"/>
                    <a:pt x="2005" y="363"/>
                    <a:pt x="1996" y="367"/>
                  </a:cubicBezTo>
                  <a:lnTo>
                    <a:pt x="1462" y="571"/>
                  </a:lnTo>
                  <a:cubicBezTo>
                    <a:pt x="1454" y="574"/>
                    <a:pt x="1446" y="576"/>
                    <a:pt x="1438" y="576"/>
                  </a:cubicBezTo>
                  <a:cubicBezTo>
                    <a:pt x="1417" y="576"/>
                    <a:pt x="1397" y="563"/>
                    <a:pt x="1387" y="540"/>
                  </a:cubicBezTo>
                  <a:lnTo>
                    <a:pt x="1149" y="37"/>
                  </a:lnTo>
                  <a:cubicBezTo>
                    <a:pt x="1138" y="12"/>
                    <a:pt x="1119" y="1"/>
                    <a:pt x="1098" y="1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25"/>
            <p:cNvSpPr/>
            <p:nvPr/>
          </p:nvSpPr>
          <p:spPr>
            <a:xfrm>
              <a:off x="2568572" y="2957710"/>
              <a:ext cx="106600" cy="150233"/>
            </a:xfrm>
            <a:custGeom>
              <a:rect b="b" l="l" r="r" t="t"/>
              <a:pathLst>
                <a:path extrusionOk="0" h="2968" w="2106">
                  <a:moveTo>
                    <a:pt x="1099" y="1"/>
                  </a:moveTo>
                  <a:cubicBezTo>
                    <a:pt x="1052" y="1"/>
                    <a:pt x="991" y="57"/>
                    <a:pt x="965" y="142"/>
                  </a:cubicBezTo>
                  <a:lnTo>
                    <a:pt x="728" y="921"/>
                  </a:lnTo>
                  <a:cubicBezTo>
                    <a:pt x="714" y="968"/>
                    <a:pt x="684" y="1016"/>
                    <a:pt x="650" y="1040"/>
                  </a:cubicBezTo>
                  <a:lnTo>
                    <a:pt x="119" y="1451"/>
                  </a:lnTo>
                  <a:cubicBezTo>
                    <a:pt x="34" y="1515"/>
                    <a:pt x="0" y="1672"/>
                    <a:pt x="61" y="1716"/>
                  </a:cubicBezTo>
                  <a:lnTo>
                    <a:pt x="446" y="1995"/>
                  </a:lnTo>
                  <a:cubicBezTo>
                    <a:pt x="469" y="2012"/>
                    <a:pt x="483" y="2049"/>
                    <a:pt x="476" y="2097"/>
                  </a:cubicBezTo>
                  <a:lnTo>
                    <a:pt x="384" y="2855"/>
                  </a:lnTo>
                  <a:cubicBezTo>
                    <a:pt x="376" y="2927"/>
                    <a:pt x="405" y="2968"/>
                    <a:pt x="446" y="2968"/>
                  </a:cubicBezTo>
                  <a:cubicBezTo>
                    <a:pt x="473" y="2968"/>
                    <a:pt x="504" y="2951"/>
                    <a:pt x="534" y="2913"/>
                  </a:cubicBezTo>
                  <a:lnTo>
                    <a:pt x="1010" y="2308"/>
                  </a:lnTo>
                  <a:cubicBezTo>
                    <a:pt x="1038" y="2270"/>
                    <a:pt x="1070" y="2249"/>
                    <a:pt x="1099" y="2249"/>
                  </a:cubicBezTo>
                  <a:cubicBezTo>
                    <a:pt x="1101" y="2249"/>
                    <a:pt x="1103" y="2250"/>
                    <a:pt x="1105" y="2250"/>
                  </a:cubicBezTo>
                  <a:lnTo>
                    <a:pt x="1581" y="2311"/>
                  </a:lnTo>
                  <a:cubicBezTo>
                    <a:pt x="1583" y="2311"/>
                    <a:pt x="1585" y="2311"/>
                    <a:pt x="1587" y="2311"/>
                  </a:cubicBezTo>
                  <a:cubicBezTo>
                    <a:pt x="1660" y="2311"/>
                    <a:pt x="1744" y="2179"/>
                    <a:pt x="1727" y="2080"/>
                  </a:cubicBezTo>
                  <a:lnTo>
                    <a:pt x="1639" y="1427"/>
                  </a:lnTo>
                  <a:cubicBezTo>
                    <a:pt x="1632" y="1386"/>
                    <a:pt x="1643" y="1335"/>
                    <a:pt x="1666" y="1288"/>
                  </a:cubicBezTo>
                  <a:lnTo>
                    <a:pt x="2051" y="567"/>
                  </a:lnTo>
                  <a:cubicBezTo>
                    <a:pt x="2105" y="467"/>
                    <a:pt x="2084" y="362"/>
                    <a:pt x="2021" y="362"/>
                  </a:cubicBezTo>
                  <a:cubicBezTo>
                    <a:pt x="2013" y="362"/>
                    <a:pt x="2005" y="363"/>
                    <a:pt x="1996" y="367"/>
                  </a:cubicBezTo>
                  <a:lnTo>
                    <a:pt x="1466" y="571"/>
                  </a:lnTo>
                  <a:cubicBezTo>
                    <a:pt x="1457" y="574"/>
                    <a:pt x="1448" y="576"/>
                    <a:pt x="1440" y="576"/>
                  </a:cubicBezTo>
                  <a:cubicBezTo>
                    <a:pt x="1417" y="576"/>
                    <a:pt x="1397" y="562"/>
                    <a:pt x="1387" y="540"/>
                  </a:cubicBezTo>
                  <a:lnTo>
                    <a:pt x="1149" y="37"/>
                  </a:lnTo>
                  <a:cubicBezTo>
                    <a:pt x="1138" y="12"/>
                    <a:pt x="1119" y="1"/>
                    <a:pt x="109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25"/>
            <p:cNvSpPr/>
            <p:nvPr/>
          </p:nvSpPr>
          <p:spPr>
            <a:xfrm>
              <a:off x="2503174" y="2200925"/>
              <a:ext cx="210164" cy="494685"/>
            </a:xfrm>
            <a:custGeom>
              <a:rect b="b" l="l" r="r" t="t"/>
              <a:pathLst>
                <a:path extrusionOk="0" h="9773" w="4152">
                  <a:moveTo>
                    <a:pt x="240" y="1"/>
                  </a:moveTo>
                  <a:cubicBezTo>
                    <a:pt x="156" y="1"/>
                    <a:pt x="76" y="8"/>
                    <a:pt x="0" y="22"/>
                  </a:cubicBezTo>
                  <a:lnTo>
                    <a:pt x="510" y="2629"/>
                  </a:lnTo>
                  <a:lnTo>
                    <a:pt x="2071" y="4326"/>
                  </a:lnTo>
                  <a:lnTo>
                    <a:pt x="426" y="8253"/>
                  </a:lnTo>
                  <a:lnTo>
                    <a:pt x="1003" y="9772"/>
                  </a:lnTo>
                  <a:cubicBezTo>
                    <a:pt x="1003" y="9772"/>
                    <a:pt x="4151" y="4292"/>
                    <a:pt x="3950" y="3915"/>
                  </a:cubicBezTo>
                  <a:cubicBezTo>
                    <a:pt x="3751" y="3541"/>
                    <a:pt x="2489" y="1419"/>
                    <a:pt x="1819" y="790"/>
                  </a:cubicBezTo>
                  <a:cubicBezTo>
                    <a:pt x="1178" y="185"/>
                    <a:pt x="656" y="1"/>
                    <a:pt x="240" y="1"/>
                  </a:cubicBezTo>
                  <a:close/>
                </a:path>
              </a:pathLst>
            </a:custGeom>
            <a:solidFill>
              <a:srgbClr val="9A4A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25"/>
            <p:cNvSpPr/>
            <p:nvPr/>
          </p:nvSpPr>
          <p:spPr>
            <a:xfrm>
              <a:off x="2464603" y="2194193"/>
              <a:ext cx="260427" cy="429844"/>
            </a:xfrm>
            <a:custGeom>
              <a:rect b="b" l="l" r="r" t="t"/>
              <a:pathLst>
                <a:path extrusionOk="0" h="8492" w="5145">
                  <a:moveTo>
                    <a:pt x="651" y="1"/>
                  </a:moveTo>
                  <a:cubicBezTo>
                    <a:pt x="274" y="1"/>
                    <a:pt x="0" y="49"/>
                    <a:pt x="0" y="49"/>
                  </a:cubicBezTo>
                  <a:lnTo>
                    <a:pt x="1272" y="2762"/>
                  </a:lnTo>
                  <a:lnTo>
                    <a:pt x="2744" y="4520"/>
                  </a:lnTo>
                  <a:lnTo>
                    <a:pt x="1582" y="7553"/>
                  </a:lnTo>
                  <a:lnTo>
                    <a:pt x="2564" y="8491"/>
                  </a:lnTo>
                  <a:cubicBezTo>
                    <a:pt x="2564" y="8491"/>
                    <a:pt x="3485" y="6907"/>
                    <a:pt x="3931" y="6030"/>
                  </a:cubicBezTo>
                  <a:cubicBezTo>
                    <a:pt x="4624" y="4666"/>
                    <a:pt x="4788" y="4388"/>
                    <a:pt x="4893" y="4098"/>
                  </a:cubicBezTo>
                  <a:cubicBezTo>
                    <a:pt x="5039" y="3684"/>
                    <a:pt x="5145" y="3538"/>
                    <a:pt x="4808" y="3062"/>
                  </a:cubicBezTo>
                  <a:cubicBezTo>
                    <a:pt x="4472" y="2582"/>
                    <a:pt x="2428" y="475"/>
                    <a:pt x="1888" y="230"/>
                  </a:cubicBezTo>
                  <a:cubicBezTo>
                    <a:pt x="1483" y="47"/>
                    <a:pt x="1019" y="1"/>
                    <a:pt x="651" y="1"/>
                  </a:cubicBezTo>
                  <a:close/>
                </a:path>
              </a:pathLst>
            </a:custGeom>
            <a:solidFill>
              <a:srgbClr val="27DE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25"/>
            <p:cNvSpPr/>
            <p:nvPr/>
          </p:nvSpPr>
          <p:spPr>
            <a:xfrm>
              <a:off x="2464603" y="2194294"/>
              <a:ext cx="254758" cy="429743"/>
            </a:xfrm>
            <a:custGeom>
              <a:rect b="b" l="l" r="r" t="t"/>
              <a:pathLst>
                <a:path extrusionOk="0" h="8490" w="5033">
                  <a:moveTo>
                    <a:pt x="647" y="0"/>
                  </a:moveTo>
                  <a:cubicBezTo>
                    <a:pt x="283" y="0"/>
                    <a:pt x="14" y="44"/>
                    <a:pt x="0" y="47"/>
                  </a:cubicBezTo>
                  <a:cubicBezTo>
                    <a:pt x="72" y="44"/>
                    <a:pt x="140" y="44"/>
                    <a:pt x="208" y="44"/>
                  </a:cubicBezTo>
                  <a:cubicBezTo>
                    <a:pt x="1711" y="44"/>
                    <a:pt x="1718" y="663"/>
                    <a:pt x="1844" y="2254"/>
                  </a:cubicBezTo>
                  <a:cubicBezTo>
                    <a:pt x="1861" y="2481"/>
                    <a:pt x="1877" y="2927"/>
                    <a:pt x="1891" y="3501"/>
                  </a:cubicBezTo>
                  <a:lnTo>
                    <a:pt x="2744" y="4518"/>
                  </a:lnTo>
                  <a:lnTo>
                    <a:pt x="1949" y="6592"/>
                  </a:lnTo>
                  <a:cubicBezTo>
                    <a:pt x="1955" y="7041"/>
                    <a:pt x="1963" y="7490"/>
                    <a:pt x="1966" y="7918"/>
                  </a:cubicBezTo>
                  <a:lnTo>
                    <a:pt x="2564" y="8489"/>
                  </a:lnTo>
                  <a:cubicBezTo>
                    <a:pt x="2564" y="8489"/>
                    <a:pt x="3485" y="6905"/>
                    <a:pt x="3931" y="6028"/>
                  </a:cubicBezTo>
                  <a:cubicBezTo>
                    <a:pt x="4624" y="4664"/>
                    <a:pt x="4788" y="4386"/>
                    <a:pt x="4893" y="4096"/>
                  </a:cubicBezTo>
                  <a:cubicBezTo>
                    <a:pt x="4968" y="3882"/>
                    <a:pt x="5032" y="3743"/>
                    <a:pt x="5032" y="3594"/>
                  </a:cubicBezTo>
                  <a:cubicBezTo>
                    <a:pt x="5032" y="3448"/>
                    <a:pt x="4971" y="3294"/>
                    <a:pt x="4808" y="3060"/>
                  </a:cubicBezTo>
                  <a:cubicBezTo>
                    <a:pt x="4472" y="2580"/>
                    <a:pt x="2428" y="473"/>
                    <a:pt x="1888" y="228"/>
                  </a:cubicBezTo>
                  <a:cubicBezTo>
                    <a:pt x="1480" y="44"/>
                    <a:pt x="1014" y="0"/>
                    <a:pt x="647" y="0"/>
                  </a:cubicBezTo>
                  <a:close/>
                </a:path>
              </a:pathLst>
            </a:custGeom>
            <a:solidFill>
              <a:srgbClr val="EA99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25"/>
            <p:cNvSpPr/>
            <p:nvPr/>
          </p:nvSpPr>
          <p:spPr>
            <a:xfrm>
              <a:off x="2195621" y="3644289"/>
              <a:ext cx="71624" cy="135503"/>
            </a:xfrm>
            <a:custGeom>
              <a:rect b="b" l="l" r="r" t="t"/>
              <a:pathLst>
                <a:path extrusionOk="0" h="2677" w="1415">
                  <a:moveTo>
                    <a:pt x="1415" y="1"/>
                  </a:moveTo>
                  <a:lnTo>
                    <a:pt x="1" y="252"/>
                  </a:lnTo>
                  <a:lnTo>
                    <a:pt x="1" y="2676"/>
                  </a:lnTo>
                  <a:lnTo>
                    <a:pt x="1415" y="2425"/>
                  </a:lnTo>
                  <a:lnTo>
                    <a:pt x="1415" y="1"/>
                  </a:lnTo>
                  <a:close/>
                </a:path>
              </a:pathLst>
            </a:custGeom>
            <a:solidFill>
              <a:srgbClr val="B166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25"/>
            <p:cNvSpPr/>
            <p:nvPr/>
          </p:nvSpPr>
          <p:spPr>
            <a:xfrm>
              <a:off x="2488697" y="3494410"/>
              <a:ext cx="75268" cy="140818"/>
            </a:xfrm>
            <a:custGeom>
              <a:rect b="b" l="l" r="r" t="t"/>
              <a:pathLst>
                <a:path extrusionOk="0" h="2782" w="1487">
                  <a:moveTo>
                    <a:pt x="1487" y="1"/>
                  </a:moveTo>
                  <a:lnTo>
                    <a:pt x="1" y="214"/>
                  </a:lnTo>
                  <a:lnTo>
                    <a:pt x="1" y="2781"/>
                  </a:lnTo>
                  <a:lnTo>
                    <a:pt x="1418" y="2577"/>
                  </a:lnTo>
                  <a:lnTo>
                    <a:pt x="1487" y="1"/>
                  </a:lnTo>
                  <a:close/>
                </a:path>
              </a:pathLst>
            </a:custGeom>
            <a:solidFill>
              <a:srgbClr val="B1666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25"/>
            <p:cNvSpPr/>
            <p:nvPr/>
          </p:nvSpPr>
          <p:spPr>
            <a:xfrm>
              <a:off x="2176740" y="2703660"/>
              <a:ext cx="396335" cy="1019032"/>
            </a:xfrm>
            <a:custGeom>
              <a:rect b="b" l="l" r="r" t="t"/>
              <a:pathLst>
                <a:path extrusionOk="0" h="20132" w="7830">
                  <a:moveTo>
                    <a:pt x="7405" y="0"/>
                  </a:moveTo>
                  <a:lnTo>
                    <a:pt x="575" y="1496"/>
                  </a:lnTo>
                  <a:cubicBezTo>
                    <a:pt x="575" y="2850"/>
                    <a:pt x="479" y="10727"/>
                    <a:pt x="479" y="10727"/>
                  </a:cubicBezTo>
                  <a:cubicBezTo>
                    <a:pt x="445" y="11121"/>
                    <a:pt x="71" y="11879"/>
                    <a:pt x="44" y="13286"/>
                  </a:cubicBezTo>
                  <a:cubicBezTo>
                    <a:pt x="0" y="15326"/>
                    <a:pt x="313" y="20056"/>
                    <a:pt x="313" y="20056"/>
                  </a:cubicBezTo>
                  <a:cubicBezTo>
                    <a:pt x="313" y="20056"/>
                    <a:pt x="496" y="20131"/>
                    <a:pt x="797" y="20131"/>
                  </a:cubicBezTo>
                  <a:cubicBezTo>
                    <a:pt x="1078" y="20131"/>
                    <a:pt x="1460" y="20065"/>
                    <a:pt x="1890" y="19811"/>
                  </a:cubicBezTo>
                  <a:cubicBezTo>
                    <a:pt x="1890" y="19811"/>
                    <a:pt x="3002" y="12845"/>
                    <a:pt x="3257" y="10788"/>
                  </a:cubicBezTo>
                  <a:cubicBezTo>
                    <a:pt x="3478" y="8993"/>
                    <a:pt x="4348" y="4747"/>
                    <a:pt x="4348" y="4747"/>
                  </a:cubicBezTo>
                  <a:lnTo>
                    <a:pt x="5324" y="9914"/>
                  </a:lnTo>
                  <a:cubicBezTo>
                    <a:pt x="5324" y="9914"/>
                    <a:pt x="5062" y="11009"/>
                    <a:pt x="5147" y="12196"/>
                  </a:cubicBezTo>
                  <a:cubicBezTo>
                    <a:pt x="5215" y="13113"/>
                    <a:pt x="6075" y="17625"/>
                    <a:pt x="6075" y="17625"/>
                  </a:cubicBezTo>
                  <a:cubicBezTo>
                    <a:pt x="6075" y="17625"/>
                    <a:pt x="6294" y="17734"/>
                    <a:pt x="6663" y="17734"/>
                  </a:cubicBezTo>
                  <a:cubicBezTo>
                    <a:pt x="6938" y="17734"/>
                    <a:pt x="7297" y="17673"/>
                    <a:pt x="7711" y="17462"/>
                  </a:cubicBezTo>
                  <a:cubicBezTo>
                    <a:pt x="7711" y="17462"/>
                    <a:pt x="7796" y="10132"/>
                    <a:pt x="7809" y="9275"/>
                  </a:cubicBezTo>
                  <a:cubicBezTo>
                    <a:pt x="7829" y="8296"/>
                    <a:pt x="7405" y="0"/>
                    <a:pt x="740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25"/>
            <p:cNvSpPr/>
            <p:nvPr/>
          </p:nvSpPr>
          <p:spPr>
            <a:xfrm>
              <a:off x="2175677" y="3721329"/>
              <a:ext cx="186070" cy="205861"/>
            </a:xfrm>
            <a:custGeom>
              <a:rect b="b" l="l" r="r" t="t"/>
              <a:pathLst>
                <a:path extrusionOk="0" h="4067" w="3676">
                  <a:moveTo>
                    <a:pt x="1828" y="0"/>
                  </a:moveTo>
                  <a:cubicBezTo>
                    <a:pt x="1822" y="0"/>
                    <a:pt x="1816" y="1"/>
                    <a:pt x="1809" y="2"/>
                  </a:cubicBezTo>
                  <a:lnTo>
                    <a:pt x="1809" y="206"/>
                  </a:lnTo>
                  <a:cubicBezTo>
                    <a:pt x="1812" y="362"/>
                    <a:pt x="1310" y="492"/>
                    <a:pt x="1102" y="522"/>
                  </a:cubicBezTo>
                  <a:cubicBezTo>
                    <a:pt x="1032" y="531"/>
                    <a:pt x="963" y="536"/>
                    <a:pt x="897" y="536"/>
                  </a:cubicBezTo>
                  <a:cubicBezTo>
                    <a:pt x="666" y="536"/>
                    <a:pt x="474" y="480"/>
                    <a:pt x="395" y="406"/>
                  </a:cubicBezTo>
                  <a:lnTo>
                    <a:pt x="395" y="253"/>
                  </a:lnTo>
                  <a:cubicBezTo>
                    <a:pt x="393" y="253"/>
                    <a:pt x="392" y="253"/>
                    <a:pt x="390" y="253"/>
                  </a:cubicBezTo>
                  <a:cubicBezTo>
                    <a:pt x="307" y="253"/>
                    <a:pt x="237" y="537"/>
                    <a:pt x="174" y="793"/>
                  </a:cubicBezTo>
                  <a:cubicBezTo>
                    <a:pt x="95" y="1096"/>
                    <a:pt x="1" y="1440"/>
                    <a:pt x="119" y="1711"/>
                  </a:cubicBezTo>
                  <a:cubicBezTo>
                    <a:pt x="188" y="1862"/>
                    <a:pt x="293" y="1984"/>
                    <a:pt x="392" y="2110"/>
                  </a:cubicBezTo>
                  <a:cubicBezTo>
                    <a:pt x="561" y="2331"/>
                    <a:pt x="715" y="2576"/>
                    <a:pt x="748" y="2871"/>
                  </a:cubicBezTo>
                  <a:cubicBezTo>
                    <a:pt x="762" y="3001"/>
                    <a:pt x="756" y="3133"/>
                    <a:pt x="776" y="3262"/>
                  </a:cubicBezTo>
                  <a:cubicBezTo>
                    <a:pt x="847" y="3701"/>
                    <a:pt x="1167" y="4000"/>
                    <a:pt x="1608" y="4051"/>
                  </a:cubicBezTo>
                  <a:cubicBezTo>
                    <a:pt x="1694" y="4061"/>
                    <a:pt x="1786" y="4066"/>
                    <a:pt x="1881" y="4066"/>
                  </a:cubicBezTo>
                  <a:cubicBezTo>
                    <a:pt x="2420" y="4066"/>
                    <a:pt x="3075" y="3898"/>
                    <a:pt x="3530" y="3514"/>
                  </a:cubicBezTo>
                  <a:cubicBezTo>
                    <a:pt x="3676" y="3391"/>
                    <a:pt x="3645" y="2973"/>
                    <a:pt x="3560" y="2833"/>
                  </a:cubicBezTo>
                  <a:cubicBezTo>
                    <a:pt x="3475" y="2698"/>
                    <a:pt x="3227" y="2524"/>
                    <a:pt x="3118" y="2405"/>
                  </a:cubicBezTo>
                  <a:cubicBezTo>
                    <a:pt x="2662" y="1909"/>
                    <a:pt x="2493" y="1756"/>
                    <a:pt x="2292" y="1297"/>
                  </a:cubicBezTo>
                  <a:cubicBezTo>
                    <a:pt x="2170" y="1018"/>
                    <a:pt x="2112" y="869"/>
                    <a:pt x="2047" y="617"/>
                  </a:cubicBezTo>
                  <a:cubicBezTo>
                    <a:pt x="2003" y="454"/>
                    <a:pt x="1983" y="359"/>
                    <a:pt x="1962" y="233"/>
                  </a:cubicBezTo>
                  <a:cubicBezTo>
                    <a:pt x="1937" y="71"/>
                    <a:pt x="1895" y="0"/>
                    <a:pt x="18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25"/>
            <p:cNvSpPr/>
            <p:nvPr/>
          </p:nvSpPr>
          <p:spPr>
            <a:xfrm>
              <a:off x="2461870" y="3602630"/>
              <a:ext cx="273841" cy="120875"/>
            </a:xfrm>
            <a:custGeom>
              <a:rect b="b" l="l" r="r" t="t"/>
              <a:pathLst>
                <a:path extrusionOk="0" h="2388" w="5410">
                  <a:moveTo>
                    <a:pt x="1973" y="0"/>
                  </a:moveTo>
                  <a:cubicBezTo>
                    <a:pt x="1970" y="0"/>
                    <a:pt x="1966" y="1"/>
                    <a:pt x="1962" y="1"/>
                  </a:cubicBezTo>
                  <a:lnTo>
                    <a:pt x="1956" y="221"/>
                  </a:lnTo>
                  <a:cubicBezTo>
                    <a:pt x="1744" y="366"/>
                    <a:pt x="1369" y="445"/>
                    <a:pt x="1054" y="445"/>
                  </a:cubicBezTo>
                  <a:cubicBezTo>
                    <a:pt x="812" y="445"/>
                    <a:pt x="605" y="399"/>
                    <a:pt x="531" y="300"/>
                  </a:cubicBezTo>
                  <a:lnTo>
                    <a:pt x="531" y="160"/>
                  </a:lnTo>
                  <a:cubicBezTo>
                    <a:pt x="531" y="160"/>
                    <a:pt x="530" y="160"/>
                    <a:pt x="530" y="160"/>
                  </a:cubicBezTo>
                  <a:cubicBezTo>
                    <a:pt x="397" y="160"/>
                    <a:pt x="289" y="801"/>
                    <a:pt x="197" y="1214"/>
                  </a:cubicBezTo>
                  <a:cubicBezTo>
                    <a:pt x="116" y="1596"/>
                    <a:pt x="1" y="2041"/>
                    <a:pt x="289" y="2190"/>
                  </a:cubicBezTo>
                  <a:cubicBezTo>
                    <a:pt x="386" y="2240"/>
                    <a:pt x="532" y="2259"/>
                    <a:pt x="699" y="2259"/>
                  </a:cubicBezTo>
                  <a:cubicBezTo>
                    <a:pt x="1031" y="2259"/>
                    <a:pt x="1443" y="2183"/>
                    <a:pt x="1703" y="2123"/>
                  </a:cubicBezTo>
                  <a:cubicBezTo>
                    <a:pt x="1752" y="2111"/>
                    <a:pt x="1803" y="2106"/>
                    <a:pt x="1857" y="2106"/>
                  </a:cubicBezTo>
                  <a:cubicBezTo>
                    <a:pt x="2247" y="2106"/>
                    <a:pt x="2775" y="2363"/>
                    <a:pt x="3193" y="2384"/>
                  </a:cubicBezTo>
                  <a:cubicBezTo>
                    <a:pt x="3252" y="2386"/>
                    <a:pt x="3310" y="2388"/>
                    <a:pt x="3368" y="2388"/>
                  </a:cubicBezTo>
                  <a:cubicBezTo>
                    <a:pt x="4163" y="2388"/>
                    <a:pt x="4814" y="2136"/>
                    <a:pt x="5093" y="1898"/>
                  </a:cubicBezTo>
                  <a:cubicBezTo>
                    <a:pt x="5396" y="1643"/>
                    <a:pt x="5409" y="1290"/>
                    <a:pt x="5117" y="1211"/>
                  </a:cubicBezTo>
                  <a:cubicBezTo>
                    <a:pt x="4651" y="1082"/>
                    <a:pt x="3621" y="854"/>
                    <a:pt x="3091" y="684"/>
                  </a:cubicBezTo>
                  <a:cubicBezTo>
                    <a:pt x="2775" y="582"/>
                    <a:pt x="2455" y="409"/>
                    <a:pt x="2257" y="232"/>
                  </a:cubicBezTo>
                  <a:cubicBezTo>
                    <a:pt x="2103" y="93"/>
                    <a:pt x="2043" y="0"/>
                    <a:pt x="19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25"/>
            <p:cNvSpPr/>
            <p:nvPr/>
          </p:nvSpPr>
          <p:spPr>
            <a:xfrm>
              <a:off x="2391309" y="2839923"/>
              <a:ext cx="99868" cy="345414"/>
            </a:xfrm>
            <a:custGeom>
              <a:rect b="b" l="l" r="r" t="t"/>
              <a:pathLst>
                <a:path extrusionOk="0" h="6824" w="1973">
                  <a:moveTo>
                    <a:pt x="1972" y="1"/>
                  </a:moveTo>
                  <a:cubicBezTo>
                    <a:pt x="1133" y="963"/>
                    <a:pt x="0" y="1479"/>
                    <a:pt x="0" y="1479"/>
                  </a:cubicBezTo>
                  <a:lnTo>
                    <a:pt x="1010" y="6824"/>
                  </a:lnTo>
                  <a:lnTo>
                    <a:pt x="463" y="1643"/>
                  </a:lnTo>
                  <a:cubicBezTo>
                    <a:pt x="1591" y="783"/>
                    <a:pt x="1972" y="1"/>
                    <a:pt x="19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25"/>
            <p:cNvSpPr/>
            <p:nvPr/>
          </p:nvSpPr>
          <p:spPr>
            <a:xfrm>
              <a:off x="2223359" y="2209885"/>
              <a:ext cx="334582" cy="584683"/>
            </a:xfrm>
            <a:custGeom>
              <a:rect b="b" l="l" r="r" t="t"/>
              <a:pathLst>
                <a:path extrusionOk="0" h="11551" w="6610">
                  <a:moveTo>
                    <a:pt x="4514" y="1"/>
                  </a:moveTo>
                  <a:cubicBezTo>
                    <a:pt x="4406" y="1"/>
                    <a:pt x="4293" y="8"/>
                    <a:pt x="4175" y="22"/>
                  </a:cubicBezTo>
                  <a:lnTo>
                    <a:pt x="2108" y="447"/>
                  </a:lnTo>
                  <a:cubicBezTo>
                    <a:pt x="1625" y="647"/>
                    <a:pt x="653" y="977"/>
                    <a:pt x="435" y="1977"/>
                  </a:cubicBezTo>
                  <a:cubicBezTo>
                    <a:pt x="173" y="3176"/>
                    <a:pt x="89" y="5699"/>
                    <a:pt x="89" y="5699"/>
                  </a:cubicBezTo>
                  <a:lnTo>
                    <a:pt x="0" y="11299"/>
                  </a:lnTo>
                  <a:cubicBezTo>
                    <a:pt x="291" y="11460"/>
                    <a:pt x="811" y="11551"/>
                    <a:pt x="1453" y="11551"/>
                  </a:cubicBezTo>
                  <a:cubicBezTo>
                    <a:pt x="2970" y="11551"/>
                    <a:pt x="5167" y="11041"/>
                    <a:pt x="6610" y="9735"/>
                  </a:cubicBezTo>
                  <a:cubicBezTo>
                    <a:pt x="6610" y="9735"/>
                    <a:pt x="6357" y="3071"/>
                    <a:pt x="6357" y="2027"/>
                  </a:cubicBezTo>
                  <a:cubicBezTo>
                    <a:pt x="6357" y="1061"/>
                    <a:pt x="5859" y="1"/>
                    <a:pt x="451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25"/>
            <p:cNvSpPr/>
            <p:nvPr/>
          </p:nvSpPr>
          <p:spPr>
            <a:xfrm>
              <a:off x="2433625" y="2196471"/>
              <a:ext cx="132213" cy="590858"/>
            </a:xfrm>
            <a:custGeom>
              <a:rect b="b" l="l" r="r" t="t"/>
              <a:pathLst>
                <a:path extrusionOk="0" h="11673" w="2612">
                  <a:moveTo>
                    <a:pt x="823" y="1"/>
                  </a:moveTo>
                  <a:cubicBezTo>
                    <a:pt x="587" y="1"/>
                    <a:pt x="315" y="16"/>
                    <a:pt x="0" y="45"/>
                  </a:cubicBezTo>
                  <a:lnTo>
                    <a:pt x="0" y="181"/>
                  </a:lnTo>
                  <a:cubicBezTo>
                    <a:pt x="0" y="181"/>
                    <a:pt x="718" y="626"/>
                    <a:pt x="915" y="1436"/>
                  </a:cubicBezTo>
                  <a:cubicBezTo>
                    <a:pt x="1109" y="2248"/>
                    <a:pt x="1139" y="11673"/>
                    <a:pt x="1139" y="11673"/>
                  </a:cubicBezTo>
                  <a:cubicBezTo>
                    <a:pt x="1139" y="11673"/>
                    <a:pt x="2142" y="11312"/>
                    <a:pt x="2611" y="10860"/>
                  </a:cubicBezTo>
                  <a:cubicBezTo>
                    <a:pt x="2611" y="10860"/>
                    <a:pt x="2550" y="3425"/>
                    <a:pt x="2456" y="2211"/>
                  </a:cubicBezTo>
                  <a:cubicBezTo>
                    <a:pt x="2329" y="621"/>
                    <a:pt x="2324" y="1"/>
                    <a:pt x="823" y="1"/>
                  </a:cubicBezTo>
                  <a:close/>
                </a:path>
              </a:pathLst>
            </a:custGeom>
            <a:solidFill>
              <a:srgbClr val="EA99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25"/>
            <p:cNvSpPr/>
            <p:nvPr/>
          </p:nvSpPr>
          <p:spPr>
            <a:xfrm>
              <a:off x="2191166" y="2220767"/>
              <a:ext cx="191233" cy="603917"/>
            </a:xfrm>
            <a:custGeom>
              <a:rect b="b" l="l" r="r" t="t"/>
              <a:pathLst>
                <a:path extrusionOk="0" h="11931" w="3778">
                  <a:moveTo>
                    <a:pt x="2322" y="0"/>
                  </a:moveTo>
                  <a:cubicBezTo>
                    <a:pt x="2322" y="0"/>
                    <a:pt x="2322" y="0"/>
                    <a:pt x="2322" y="0"/>
                  </a:cubicBezTo>
                  <a:cubicBezTo>
                    <a:pt x="2322" y="0"/>
                    <a:pt x="1442" y="340"/>
                    <a:pt x="731" y="748"/>
                  </a:cubicBezTo>
                  <a:cubicBezTo>
                    <a:pt x="343" y="976"/>
                    <a:pt x="58" y="2594"/>
                    <a:pt x="28" y="3815"/>
                  </a:cubicBezTo>
                  <a:cubicBezTo>
                    <a:pt x="1" y="4879"/>
                    <a:pt x="167" y="11696"/>
                    <a:pt x="167" y="11696"/>
                  </a:cubicBezTo>
                  <a:cubicBezTo>
                    <a:pt x="577" y="11869"/>
                    <a:pt x="1057" y="11931"/>
                    <a:pt x="1530" y="11931"/>
                  </a:cubicBezTo>
                  <a:cubicBezTo>
                    <a:pt x="2673" y="11931"/>
                    <a:pt x="3778" y="11574"/>
                    <a:pt x="3778" y="11574"/>
                  </a:cubicBezTo>
                  <a:cubicBezTo>
                    <a:pt x="3778" y="11574"/>
                    <a:pt x="3682" y="6671"/>
                    <a:pt x="3668" y="3849"/>
                  </a:cubicBezTo>
                  <a:cubicBezTo>
                    <a:pt x="3655" y="594"/>
                    <a:pt x="2329" y="0"/>
                    <a:pt x="2322" y="0"/>
                  </a:cubicBezTo>
                  <a:close/>
                </a:path>
              </a:pathLst>
            </a:custGeom>
            <a:solidFill>
              <a:srgbClr val="EA99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25"/>
            <p:cNvSpPr/>
            <p:nvPr/>
          </p:nvSpPr>
          <p:spPr>
            <a:xfrm>
              <a:off x="2301108" y="2312487"/>
              <a:ext cx="56135" cy="176098"/>
            </a:xfrm>
            <a:custGeom>
              <a:rect b="b" l="l" r="r" t="t"/>
              <a:pathLst>
                <a:path extrusionOk="0" h="3479" w="1109">
                  <a:moveTo>
                    <a:pt x="1" y="0"/>
                  </a:moveTo>
                  <a:lnTo>
                    <a:pt x="481" y="721"/>
                  </a:lnTo>
                  <a:lnTo>
                    <a:pt x="140" y="1591"/>
                  </a:lnTo>
                  <a:lnTo>
                    <a:pt x="1109" y="3479"/>
                  </a:lnTo>
                  <a:lnTo>
                    <a:pt x="1109" y="3479"/>
                  </a:lnTo>
                  <a:lnTo>
                    <a:pt x="304" y="1565"/>
                  </a:lnTo>
                  <a:lnTo>
                    <a:pt x="610" y="64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0666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25"/>
            <p:cNvSpPr/>
            <p:nvPr/>
          </p:nvSpPr>
          <p:spPr>
            <a:xfrm>
              <a:off x="2501959" y="2261717"/>
              <a:ext cx="37406" cy="194877"/>
            </a:xfrm>
            <a:custGeom>
              <a:rect b="b" l="l" r="r" t="t"/>
              <a:pathLst>
                <a:path extrusionOk="0" h="3850" w="739">
                  <a:moveTo>
                    <a:pt x="340" y="1"/>
                  </a:moveTo>
                  <a:lnTo>
                    <a:pt x="82" y="898"/>
                  </a:lnTo>
                  <a:lnTo>
                    <a:pt x="572" y="1455"/>
                  </a:lnTo>
                  <a:lnTo>
                    <a:pt x="1" y="3849"/>
                  </a:lnTo>
                  <a:lnTo>
                    <a:pt x="738" y="1402"/>
                  </a:lnTo>
                  <a:lnTo>
                    <a:pt x="208" y="806"/>
                  </a:lnTo>
                  <a:lnTo>
                    <a:pt x="340" y="1"/>
                  </a:lnTo>
                  <a:close/>
                </a:path>
              </a:pathLst>
            </a:custGeom>
            <a:solidFill>
              <a:srgbClr val="E0666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25"/>
            <p:cNvSpPr/>
            <p:nvPr/>
          </p:nvSpPr>
          <p:spPr>
            <a:xfrm>
              <a:off x="2347423" y="1876466"/>
              <a:ext cx="197105" cy="200142"/>
            </a:xfrm>
            <a:custGeom>
              <a:rect b="b" l="l" r="r" t="t"/>
              <a:pathLst>
                <a:path extrusionOk="0" h="3954" w="3894">
                  <a:moveTo>
                    <a:pt x="2285" y="0"/>
                  </a:moveTo>
                  <a:cubicBezTo>
                    <a:pt x="2175" y="0"/>
                    <a:pt x="2063" y="10"/>
                    <a:pt x="1948" y="30"/>
                  </a:cubicBezTo>
                  <a:cubicBezTo>
                    <a:pt x="871" y="221"/>
                    <a:pt x="1" y="1247"/>
                    <a:pt x="1" y="2322"/>
                  </a:cubicBezTo>
                  <a:cubicBezTo>
                    <a:pt x="1" y="3279"/>
                    <a:pt x="693" y="3953"/>
                    <a:pt x="1606" y="3953"/>
                  </a:cubicBezTo>
                  <a:cubicBezTo>
                    <a:pt x="1717" y="3953"/>
                    <a:pt x="1832" y="3943"/>
                    <a:pt x="1948" y="3923"/>
                  </a:cubicBezTo>
                  <a:cubicBezTo>
                    <a:pt x="3023" y="3733"/>
                    <a:pt x="3893" y="2709"/>
                    <a:pt x="3893" y="1635"/>
                  </a:cubicBezTo>
                  <a:cubicBezTo>
                    <a:pt x="3893" y="675"/>
                    <a:pt x="3199" y="0"/>
                    <a:pt x="228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25"/>
            <p:cNvSpPr/>
            <p:nvPr/>
          </p:nvSpPr>
          <p:spPr>
            <a:xfrm>
              <a:off x="2275647" y="2076558"/>
              <a:ext cx="42063" cy="95718"/>
            </a:xfrm>
            <a:custGeom>
              <a:rect b="b" l="l" r="r" t="t"/>
              <a:pathLst>
                <a:path extrusionOk="0" h="1891" w="831">
                  <a:moveTo>
                    <a:pt x="0" y="1"/>
                  </a:moveTo>
                  <a:cubicBezTo>
                    <a:pt x="0" y="1"/>
                    <a:pt x="317" y="1424"/>
                    <a:pt x="443" y="1646"/>
                  </a:cubicBezTo>
                  <a:cubicBezTo>
                    <a:pt x="568" y="1867"/>
                    <a:pt x="830" y="1890"/>
                    <a:pt x="830" y="1890"/>
                  </a:cubicBezTo>
                  <a:lnTo>
                    <a:pt x="810" y="85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25"/>
            <p:cNvSpPr/>
            <p:nvPr/>
          </p:nvSpPr>
          <p:spPr>
            <a:xfrm>
              <a:off x="2252110" y="1965553"/>
              <a:ext cx="53756" cy="111055"/>
            </a:xfrm>
            <a:custGeom>
              <a:rect b="b" l="l" r="r" t="t"/>
              <a:pathLst>
                <a:path extrusionOk="0" h="2194" w="1062">
                  <a:moveTo>
                    <a:pt x="864" y="0"/>
                  </a:moveTo>
                  <a:cubicBezTo>
                    <a:pt x="864" y="0"/>
                    <a:pt x="523" y="4"/>
                    <a:pt x="258" y="320"/>
                  </a:cubicBezTo>
                  <a:cubicBezTo>
                    <a:pt x="0" y="633"/>
                    <a:pt x="143" y="1439"/>
                    <a:pt x="465" y="2194"/>
                  </a:cubicBezTo>
                  <a:lnTo>
                    <a:pt x="1061" y="2156"/>
                  </a:lnTo>
                  <a:lnTo>
                    <a:pt x="864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25"/>
            <p:cNvSpPr/>
            <p:nvPr/>
          </p:nvSpPr>
          <p:spPr>
            <a:xfrm>
              <a:off x="2236621" y="1893828"/>
              <a:ext cx="297023" cy="390767"/>
            </a:xfrm>
            <a:custGeom>
              <a:rect b="b" l="l" r="r" t="t"/>
              <a:pathLst>
                <a:path extrusionOk="0" h="7720" w="5868">
                  <a:moveTo>
                    <a:pt x="4237" y="1"/>
                  </a:moveTo>
                  <a:cubicBezTo>
                    <a:pt x="3561" y="1"/>
                    <a:pt x="2787" y="310"/>
                    <a:pt x="2240" y="751"/>
                  </a:cubicBezTo>
                  <a:cubicBezTo>
                    <a:pt x="1115" y="1659"/>
                    <a:pt x="1543" y="3542"/>
                    <a:pt x="1543" y="3542"/>
                  </a:cubicBezTo>
                  <a:cubicBezTo>
                    <a:pt x="1522" y="3559"/>
                    <a:pt x="1499" y="3566"/>
                    <a:pt x="1475" y="3566"/>
                  </a:cubicBezTo>
                  <a:cubicBezTo>
                    <a:pt x="1364" y="3566"/>
                    <a:pt x="1228" y="3414"/>
                    <a:pt x="1108" y="3308"/>
                  </a:cubicBezTo>
                  <a:cubicBezTo>
                    <a:pt x="1045" y="3253"/>
                    <a:pt x="919" y="3199"/>
                    <a:pt x="777" y="3199"/>
                  </a:cubicBezTo>
                  <a:cubicBezTo>
                    <a:pt x="592" y="3199"/>
                    <a:pt x="380" y="3292"/>
                    <a:pt x="245" y="3600"/>
                  </a:cubicBezTo>
                  <a:cubicBezTo>
                    <a:pt x="0" y="4157"/>
                    <a:pt x="456" y="4756"/>
                    <a:pt x="833" y="4807"/>
                  </a:cubicBezTo>
                  <a:cubicBezTo>
                    <a:pt x="895" y="4816"/>
                    <a:pt x="952" y="4820"/>
                    <a:pt x="1004" y="4820"/>
                  </a:cubicBezTo>
                  <a:cubicBezTo>
                    <a:pt x="1500" y="4820"/>
                    <a:pt x="1581" y="4463"/>
                    <a:pt x="1581" y="4463"/>
                  </a:cubicBezTo>
                  <a:lnTo>
                    <a:pt x="1628" y="6874"/>
                  </a:lnTo>
                  <a:cubicBezTo>
                    <a:pt x="2009" y="7296"/>
                    <a:pt x="2795" y="7719"/>
                    <a:pt x="3356" y="7719"/>
                  </a:cubicBezTo>
                  <a:cubicBezTo>
                    <a:pt x="3456" y="7719"/>
                    <a:pt x="3549" y="7706"/>
                    <a:pt x="3631" y="7677"/>
                  </a:cubicBezTo>
                  <a:cubicBezTo>
                    <a:pt x="4066" y="7523"/>
                    <a:pt x="4162" y="6772"/>
                    <a:pt x="3746" y="6364"/>
                  </a:cubicBezTo>
                  <a:lnTo>
                    <a:pt x="3743" y="5654"/>
                  </a:lnTo>
                  <a:cubicBezTo>
                    <a:pt x="3743" y="5654"/>
                    <a:pt x="4335" y="5637"/>
                    <a:pt x="4620" y="5541"/>
                  </a:cubicBezTo>
                  <a:cubicBezTo>
                    <a:pt x="5100" y="5385"/>
                    <a:pt x="5399" y="4953"/>
                    <a:pt x="5545" y="4409"/>
                  </a:cubicBezTo>
                  <a:cubicBezTo>
                    <a:pt x="5780" y="3539"/>
                    <a:pt x="5868" y="2849"/>
                    <a:pt x="5671" y="1251"/>
                  </a:cubicBezTo>
                  <a:cubicBezTo>
                    <a:pt x="5559" y="347"/>
                    <a:pt x="4953" y="1"/>
                    <a:pt x="4237" y="1"/>
                  </a:cubicBezTo>
                  <a:close/>
                </a:path>
              </a:pathLst>
            </a:custGeom>
            <a:solidFill>
              <a:srgbClr val="E6B8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25"/>
            <p:cNvSpPr/>
            <p:nvPr/>
          </p:nvSpPr>
          <p:spPr>
            <a:xfrm>
              <a:off x="2282380" y="1849385"/>
              <a:ext cx="262148" cy="233954"/>
            </a:xfrm>
            <a:custGeom>
              <a:rect b="b" l="l" r="r" t="t"/>
              <a:pathLst>
                <a:path extrusionOk="0" h="4622" w="5179">
                  <a:moveTo>
                    <a:pt x="5059" y="1"/>
                  </a:moveTo>
                  <a:lnTo>
                    <a:pt x="5059" y="1"/>
                  </a:lnTo>
                  <a:cubicBezTo>
                    <a:pt x="4257" y="535"/>
                    <a:pt x="3267" y="425"/>
                    <a:pt x="2356" y="477"/>
                  </a:cubicBezTo>
                  <a:cubicBezTo>
                    <a:pt x="1078" y="552"/>
                    <a:pt x="687" y="1000"/>
                    <a:pt x="405" y="1357"/>
                  </a:cubicBezTo>
                  <a:cubicBezTo>
                    <a:pt x="10" y="1864"/>
                    <a:pt x="266" y="2295"/>
                    <a:pt x="266" y="2295"/>
                  </a:cubicBezTo>
                  <a:cubicBezTo>
                    <a:pt x="266" y="2295"/>
                    <a:pt x="0" y="4036"/>
                    <a:pt x="204" y="4186"/>
                  </a:cubicBezTo>
                  <a:cubicBezTo>
                    <a:pt x="351" y="4292"/>
                    <a:pt x="572" y="4621"/>
                    <a:pt x="636" y="4621"/>
                  </a:cubicBezTo>
                  <a:cubicBezTo>
                    <a:pt x="637" y="4621"/>
                    <a:pt x="638" y="4621"/>
                    <a:pt x="639" y="4621"/>
                  </a:cubicBezTo>
                  <a:cubicBezTo>
                    <a:pt x="843" y="4583"/>
                    <a:pt x="928" y="3696"/>
                    <a:pt x="1034" y="3166"/>
                  </a:cubicBezTo>
                  <a:cubicBezTo>
                    <a:pt x="1153" y="2557"/>
                    <a:pt x="1201" y="2336"/>
                    <a:pt x="1422" y="2326"/>
                  </a:cubicBezTo>
                  <a:cubicBezTo>
                    <a:pt x="1581" y="2319"/>
                    <a:pt x="2771" y="2220"/>
                    <a:pt x="3533" y="1996"/>
                  </a:cubicBezTo>
                  <a:cubicBezTo>
                    <a:pt x="4294" y="1768"/>
                    <a:pt x="4584" y="1531"/>
                    <a:pt x="4584" y="1531"/>
                  </a:cubicBezTo>
                  <a:cubicBezTo>
                    <a:pt x="5080" y="1048"/>
                    <a:pt x="5178" y="477"/>
                    <a:pt x="505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25"/>
            <p:cNvSpPr/>
            <p:nvPr/>
          </p:nvSpPr>
          <p:spPr>
            <a:xfrm>
              <a:off x="2259348" y="1944041"/>
              <a:ext cx="41658" cy="28295"/>
            </a:xfrm>
            <a:custGeom>
              <a:rect b="b" l="l" r="r" t="t"/>
              <a:pathLst>
                <a:path extrusionOk="0" h="559" w="823">
                  <a:moveTo>
                    <a:pt x="428" y="1"/>
                  </a:moveTo>
                  <a:cubicBezTo>
                    <a:pt x="259" y="1"/>
                    <a:pt x="83" y="118"/>
                    <a:pt x="0" y="300"/>
                  </a:cubicBezTo>
                  <a:lnTo>
                    <a:pt x="721" y="558"/>
                  </a:lnTo>
                  <a:cubicBezTo>
                    <a:pt x="823" y="334"/>
                    <a:pt x="744" y="92"/>
                    <a:pt x="544" y="21"/>
                  </a:cubicBezTo>
                  <a:cubicBezTo>
                    <a:pt x="506" y="7"/>
                    <a:pt x="467" y="1"/>
                    <a:pt x="42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25"/>
            <p:cNvSpPr/>
            <p:nvPr/>
          </p:nvSpPr>
          <p:spPr>
            <a:xfrm>
              <a:off x="2327126" y="2150561"/>
              <a:ext cx="99008" cy="43784"/>
            </a:xfrm>
            <a:custGeom>
              <a:rect b="b" l="l" r="r" t="t"/>
              <a:pathLst>
                <a:path extrusionOk="0" h="865" w="1956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69" y="306"/>
                    <a:pt x="293" y="551"/>
                  </a:cubicBezTo>
                  <a:cubicBezTo>
                    <a:pt x="565" y="853"/>
                    <a:pt x="1955" y="864"/>
                    <a:pt x="1955" y="864"/>
                  </a:cubicBezTo>
                  <a:lnTo>
                    <a:pt x="1955" y="582"/>
                  </a:lnTo>
                  <a:cubicBezTo>
                    <a:pt x="1955" y="582"/>
                    <a:pt x="888" y="554"/>
                    <a:pt x="513" y="422"/>
                  </a:cubicBezTo>
                  <a:cubicBezTo>
                    <a:pt x="265" y="334"/>
                    <a:pt x="58" y="136"/>
                    <a:pt x="0" y="0"/>
                  </a:cubicBezTo>
                  <a:close/>
                </a:path>
              </a:pathLst>
            </a:custGeom>
            <a:solidFill>
              <a:srgbClr val="9A4A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25"/>
            <p:cNvSpPr/>
            <p:nvPr/>
          </p:nvSpPr>
          <p:spPr>
            <a:xfrm>
              <a:off x="2391511" y="2032672"/>
              <a:ext cx="21715" cy="22930"/>
            </a:xfrm>
            <a:custGeom>
              <a:rect b="b" l="l" r="r" t="t"/>
              <a:pathLst>
                <a:path extrusionOk="0" h="453" w="429">
                  <a:moveTo>
                    <a:pt x="249" y="1"/>
                  </a:moveTo>
                  <a:cubicBezTo>
                    <a:pt x="238" y="1"/>
                    <a:pt x="226" y="1"/>
                    <a:pt x="214" y="4"/>
                  </a:cubicBezTo>
                  <a:cubicBezTo>
                    <a:pt x="95" y="24"/>
                    <a:pt x="0" y="143"/>
                    <a:pt x="0" y="265"/>
                  </a:cubicBezTo>
                  <a:cubicBezTo>
                    <a:pt x="0" y="375"/>
                    <a:pt x="76" y="452"/>
                    <a:pt x="178" y="452"/>
                  </a:cubicBezTo>
                  <a:cubicBezTo>
                    <a:pt x="190" y="452"/>
                    <a:pt x="202" y="451"/>
                    <a:pt x="214" y="449"/>
                  </a:cubicBezTo>
                  <a:cubicBezTo>
                    <a:pt x="333" y="429"/>
                    <a:pt x="429" y="313"/>
                    <a:pt x="429" y="190"/>
                  </a:cubicBezTo>
                  <a:cubicBezTo>
                    <a:pt x="429" y="80"/>
                    <a:pt x="351" y="1"/>
                    <a:pt x="24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25"/>
            <p:cNvSpPr/>
            <p:nvPr/>
          </p:nvSpPr>
          <p:spPr>
            <a:xfrm>
              <a:off x="2375162" y="1997999"/>
              <a:ext cx="26524" cy="22322"/>
            </a:xfrm>
            <a:custGeom>
              <a:rect b="b" l="l" r="r" t="t"/>
              <a:pathLst>
                <a:path extrusionOk="0" h="441" w="524">
                  <a:moveTo>
                    <a:pt x="336" y="0"/>
                  </a:moveTo>
                  <a:cubicBezTo>
                    <a:pt x="282" y="0"/>
                    <a:pt x="225" y="19"/>
                    <a:pt x="173" y="56"/>
                  </a:cubicBezTo>
                  <a:cubicBezTo>
                    <a:pt x="47" y="148"/>
                    <a:pt x="0" y="321"/>
                    <a:pt x="64" y="440"/>
                  </a:cubicBezTo>
                  <a:lnTo>
                    <a:pt x="523" y="108"/>
                  </a:lnTo>
                  <a:cubicBezTo>
                    <a:pt x="483" y="37"/>
                    <a:pt x="413" y="0"/>
                    <a:pt x="33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25"/>
            <p:cNvSpPr/>
            <p:nvPr/>
          </p:nvSpPr>
          <p:spPr>
            <a:xfrm>
              <a:off x="2418845" y="2115584"/>
              <a:ext cx="27232" cy="16501"/>
            </a:xfrm>
            <a:custGeom>
              <a:rect b="b" l="l" r="r" t="t"/>
              <a:pathLst>
                <a:path extrusionOk="0" h="326" w="538">
                  <a:moveTo>
                    <a:pt x="48" y="1"/>
                  </a:moveTo>
                  <a:lnTo>
                    <a:pt x="48" y="1"/>
                  </a:lnTo>
                  <a:cubicBezTo>
                    <a:pt x="0" y="151"/>
                    <a:pt x="68" y="294"/>
                    <a:pt x="204" y="321"/>
                  </a:cubicBezTo>
                  <a:cubicBezTo>
                    <a:pt x="219" y="324"/>
                    <a:pt x="235" y="325"/>
                    <a:pt x="250" y="325"/>
                  </a:cubicBezTo>
                  <a:cubicBezTo>
                    <a:pt x="372" y="325"/>
                    <a:pt x="492" y="233"/>
                    <a:pt x="537" y="99"/>
                  </a:cubicBezTo>
                  <a:lnTo>
                    <a:pt x="48" y="1"/>
                  </a:lnTo>
                  <a:close/>
                </a:path>
              </a:pathLst>
            </a:custGeom>
            <a:solidFill>
              <a:srgbClr val="9A4A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25"/>
            <p:cNvSpPr/>
            <p:nvPr/>
          </p:nvSpPr>
          <p:spPr>
            <a:xfrm>
              <a:off x="2488545" y="1973247"/>
              <a:ext cx="25511" cy="20247"/>
            </a:xfrm>
            <a:custGeom>
              <a:rect b="b" l="l" r="r" t="t"/>
              <a:pathLst>
                <a:path extrusionOk="0" h="400" w="504">
                  <a:moveTo>
                    <a:pt x="251" y="1"/>
                  </a:moveTo>
                  <a:cubicBezTo>
                    <a:pt x="158" y="1"/>
                    <a:pt x="60" y="56"/>
                    <a:pt x="1" y="151"/>
                  </a:cubicBezTo>
                  <a:lnTo>
                    <a:pt x="418" y="399"/>
                  </a:lnTo>
                  <a:cubicBezTo>
                    <a:pt x="503" y="263"/>
                    <a:pt x="480" y="100"/>
                    <a:pt x="364" y="32"/>
                  </a:cubicBezTo>
                  <a:cubicBezTo>
                    <a:pt x="329" y="11"/>
                    <a:pt x="290" y="1"/>
                    <a:pt x="25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25"/>
            <p:cNvSpPr/>
            <p:nvPr/>
          </p:nvSpPr>
          <p:spPr>
            <a:xfrm>
              <a:off x="2481510" y="2013741"/>
              <a:ext cx="21715" cy="22930"/>
            </a:xfrm>
            <a:custGeom>
              <a:rect b="b" l="l" r="r" t="t"/>
              <a:pathLst>
                <a:path extrusionOk="0" h="453" w="429">
                  <a:moveTo>
                    <a:pt x="249" y="1"/>
                  </a:moveTo>
                  <a:cubicBezTo>
                    <a:pt x="237" y="1"/>
                    <a:pt x="226" y="2"/>
                    <a:pt x="214" y="4"/>
                  </a:cubicBezTo>
                  <a:cubicBezTo>
                    <a:pt x="99" y="24"/>
                    <a:pt x="0" y="140"/>
                    <a:pt x="0" y="266"/>
                  </a:cubicBezTo>
                  <a:cubicBezTo>
                    <a:pt x="0" y="376"/>
                    <a:pt x="80" y="452"/>
                    <a:pt x="179" y="452"/>
                  </a:cubicBezTo>
                  <a:cubicBezTo>
                    <a:pt x="190" y="452"/>
                    <a:pt x="202" y="451"/>
                    <a:pt x="214" y="449"/>
                  </a:cubicBezTo>
                  <a:cubicBezTo>
                    <a:pt x="333" y="429"/>
                    <a:pt x="428" y="313"/>
                    <a:pt x="428" y="191"/>
                  </a:cubicBezTo>
                  <a:cubicBezTo>
                    <a:pt x="428" y="81"/>
                    <a:pt x="351" y="1"/>
                    <a:pt x="24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25"/>
            <p:cNvSpPr/>
            <p:nvPr/>
          </p:nvSpPr>
          <p:spPr>
            <a:xfrm>
              <a:off x="2448051" y="2022852"/>
              <a:ext cx="37609" cy="64436"/>
            </a:xfrm>
            <a:custGeom>
              <a:rect b="b" l="l" r="r" t="t"/>
              <a:pathLst>
                <a:path extrusionOk="0" h="1273" w="743">
                  <a:moveTo>
                    <a:pt x="1" y="1"/>
                  </a:moveTo>
                  <a:lnTo>
                    <a:pt x="70" y="1272"/>
                  </a:lnTo>
                  <a:lnTo>
                    <a:pt x="743" y="92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9A4A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25"/>
            <p:cNvSpPr/>
            <p:nvPr/>
          </p:nvSpPr>
          <p:spPr>
            <a:xfrm>
              <a:off x="2357192" y="2247240"/>
              <a:ext cx="102652" cy="55325"/>
            </a:xfrm>
            <a:custGeom>
              <a:rect b="b" l="l" r="r" t="t"/>
              <a:pathLst>
                <a:path extrusionOk="0" h="1093" w="2028">
                  <a:moveTo>
                    <a:pt x="1297" y="1"/>
                  </a:moveTo>
                  <a:lnTo>
                    <a:pt x="1239" y="593"/>
                  </a:lnTo>
                  <a:lnTo>
                    <a:pt x="545" y="194"/>
                  </a:lnTo>
                  <a:lnTo>
                    <a:pt x="1" y="834"/>
                  </a:lnTo>
                  <a:cubicBezTo>
                    <a:pt x="175" y="986"/>
                    <a:pt x="502" y="1092"/>
                    <a:pt x="835" y="1092"/>
                  </a:cubicBezTo>
                  <a:cubicBezTo>
                    <a:pt x="963" y="1092"/>
                    <a:pt x="1093" y="1076"/>
                    <a:pt x="1215" y="1041"/>
                  </a:cubicBezTo>
                  <a:cubicBezTo>
                    <a:pt x="1653" y="916"/>
                    <a:pt x="1895" y="745"/>
                    <a:pt x="2028" y="409"/>
                  </a:cubicBezTo>
                  <a:lnTo>
                    <a:pt x="1297" y="1"/>
                  </a:lnTo>
                  <a:close/>
                </a:path>
              </a:pathLst>
            </a:custGeom>
            <a:solidFill>
              <a:srgbClr val="27DE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25"/>
            <p:cNvSpPr/>
            <p:nvPr/>
          </p:nvSpPr>
          <p:spPr>
            <a:xfrm>
              <a:off x="2357192" y="2247240"/>
              <a:ext cx="102652" cy="55122"/>
            </a:xfrm>
            <a:custGeom>
              <a:rect b="b" l="l" r="r" t="t"/>
              <a:pathLst>
                <a:path extrusionOk="0" h="1089" w="2028">
                  <a:moveTo>
                    <a:pt x="1297" y="1"/>
                  </a:moveTo>
                  <a:lnTo>
                    <a:pt x="1239" y="593"/>
                  </a:lnTo>
                  <a:lnTo>
                    <a:pt x="1684" y="300"/>
                  </a:lnTo>
                  <a:cubicBezTo>
                    <a:pt x="1684" y="300"/>
                    <a:pt x="1769" y="528"/>
                    <a:pt x="1763" y="783"/>
                  </a:cubicBezTo>
                  <a:cubicBezTo>
                    <a:pt x="1882" y="688"/>
                    <a:pt x="1967" y="566"/>
                    <a:pt x="2028" y="409"/>
                  </a:cubicBezTo>
                  <a:lnTo>
                    <a:pt x="1297" y="1"/>
                  </a:lnTo>
                  <a:close/>
                  <a:moveTo>
                    <a:pt x="545" y="194"/>
                  </a:moveTo>
                  <a:lnTo>
                    <a:pt x="12" y="820"/>
                  </a:lnTo>
                  <a:lnTo>
                    <a:pt x="1" y="834"/>
                  </a:lnTo>
                  <a:cubicBezTo>
                    <a:pt x="158" y="970"/>
                    <a:pt x="433" y="1068"/>
                    <a:pt x="729" y="1089"/>
                  </a:cubicBezTo>
                  <a:cubicBezTo>
                    <a:pt x="668" y="956"/>
                    <a:pt x="633" y="803"/>
                    <a:pt x="641" y="630"/>
                  </a:cubicBezTo>
                  <a:lnTo>
                    <a:pt x="1239" y="593"/>
                  </a:lnTo>
                  <a:lnTo>
                    <a:pt x="545" y="194"/>
                  </a:lnTo>
                  <a:close/>
                </a:path>
              </a:pathLst>
            </a:custGeom>
            <a:solidFill>
              <a:srgbClr val="EA99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25"/>
            <p:cNvSpPr/>
            <p:nvPr/>
          </p:nvSpPr>
          <p:spPr>
            <a:xfrm>
              <a:off x="2388575" y="2262426"/>
              <a:ext cx="59374" cy="62411"/>
            </a:xfrm>
            <a:custGeom>
              <a:rect b="b" l="l" r="r" t="t"/>
              <a:pathLst>
                <a:path extrusionOk="0" h="1233" w="1173">
                  <a:moveTo>
                    <a:pt x="1064" y="0"/>
                  </a:moveTo>
                  <a:lnTo>
                    <a:pt x="619" y="293"/>
                  </a:lnTo>
                  <a:lnTo>
                    <a:pt x="21" y="330"/>
                  </a:lnTo>
                  <a:cubicBezTo>
                    <a:pt x="0" y="751"/>
                    <a:pt x="234" y="1054"/>
                    <a:pt x="469" y="1228"/>
                  </a:cubicBezTo>
                  <a:cubicBezTo>
                    <a:pt x="496" y="1231"/>
                    <a:pt x="522" y="1232"/>
                    <a:pt x="547" y="1232"/>
                  </a:cubicBezTo>
                  <a:cubicBezTo>
                    <a:pt x="796" y="1232"/>
                    <a:pt x="942" y="1095"/>
                    <a:pt x="942" y="1095"/>
                  </a:cubicBezTo>
                  <a:cubicBezTo>
                    <a:pt x="942" y="1095"/>
                    <a:pt x="1098" y="884"/>
                    <a:pt x="1135" y="572"/>
                  </a:cubicBezTo>
                  <a:cubicBezTo>
                    <a:pt x="1173" y="282"/>
                    <a:pt x="1064" y="0"/>
                    <a:pt x="1064" y="0"/>
                  </a:cubicBezTo>
                  <a:close/>
                </a:path>
              </a:pathLst>
            </a:custGeom>
            <a:solidFill>
              <a:srgbClr val="EA99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25"/>
            <p:cNvSpPr/>
            <p:nvPr/>
          </p:nvSpPr>
          <p:spPr>
            <a:xfrm>
              <a:off x="2397838" y="2317802"/>
              <a:ext cx="77344" cy="287609"/>
            </a:xfrm>
            <a:custGeom>
              <a:rect b="b" l="l" r="r" t="t"/>
              <a:pathLst>
                <a:path extrusionOk="0" h="5682" w="1528">
                  <a:moveTo>
                    <a:pt x="759" y="1"/>
                  </a:moveTo>
                  <a:lnTo>
                    <a:pt x="286" y="134"/>
                  </a:lnTo>
                  <a:cubicBezTo>
                    <a:pt x="286" y="134"/>
                    <a:pt x="1" y="4237"/>
                    <a:pt x="7" y="4526"/>
                  </a:cubicBezTo>
                  <a:cubicBezTo>
                    <a:pt x="14" y="4803"/>
                    <a:pt x="517" y="5681"/>
                    <a:pt x="792" y="5681"/>
                  </a:cubicBezTo>
                  <a:cubicBezTo>
                    <a:pt x="800" y="5681"/>
                    <a:pt x="809" y="5681"/>
                    <a:pt x="817" y="5679"/>
                  </a:cubicBezTo>
                  <a:cubicBezTo>
                    <a:pt x="1088" y="5621"/>
                    <a:pt x="1527" y="4421"/>
                    <a:pt x="1496" y="4108"/>
                  </a:cubicBezTo>
                  <a:cubicBezTo>
                    <a:pt x="1470" y="3795"/>
                    <a:pt x="759" y="1"/>
                    <a:pt x="759" y="1"/>
                  </a:cubicBezTo>
                  <a:close/>
                </a:path>
              </a:pathLst>
            </a:custGeom>
            <a:solidFill>
              <a:srgbClr val="EA99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25"/>
            <p:cNvSpPr/>
            <p:nvPr/>
          </p:nvSpPr>
          <p:spPr>
            <a:xfrm>
              <a:off x="2411961" y="2324534"/>
              <a:ext cx="405" cy="5568"/>
            </a:xfrm>
            <a:custGeom>
              <a:rect b="b" l="l" r="r" t="t"/>
              <a:pathLst>
                <a:path extrusionOk="0" h="110" w="8">
                  <a:moveTo>
                    <a:pt x="0" y="95"/>
                  </a:moveTo>
                  <a:lnTo>
                    <a:pt x="0" y="109"/>
                  </a:lnTo>
                  <a:lnTo>
                    <a:pt x="0" y="109"/>
                  </a:lnTo>
                  <a:lnTo>
                    <a:pt x="0" y="95"/>
                  </a:lnTo>
                  <a:close/>
                  <a:moveTo>
                    <a:pt x="7" y="4"/>
                  </a:moveTo>
                  <a:lnTo>
                    <a:pt x="7" y="4"/>
                  </a:lnTo>
                  <a:lnTo>
                    <a:pt x="7" y="4"/>
                  </a:lnTo>
                  <a:close/>
                  <a:moveTo>
                    <a:pt x="7" y="1"/>
                  </a:moveTo>
                  <a:lnTo>
                    <a:pt x="7" y="1"/>
                  </a:lnTo>
                  <a:lnTo>
                    <a:pt x="7" y="1"/>
                  </a:lnTo>
                  <a:close/>
                </a:path>
              </a:pathLst>
            </a:custGeom>
            <a:solidFill>
              <a:srgbClr val="DCDCD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25"/>
            <p:cNvSpPr/>
            <p:nvPr/>
          </p:nvSpPr>
          <p:spPr>
            <a:xfrm>
              <a:off x="2411961" y="2317802"/>
              <a:ext cx="24803" cy="12452"/>
            </a:xfrm>
            <a:custGeom>
              <a:rect b="b" l="l" r="r" t="t"/>
              <a:pathLst>
                <a:path extrusionOk="0" h="246" w="490">
                  <a:moveTo>
                    <a:pt x="480" y="1"/>
                  </a:moveTo>
                  <a:cubicBezTo>
                    <a:pt x="347" y="123"/>
                    <a:pt x="208" y="147"/>
                    <a:pt x="116" y="147"/>
                  </a:cubicBezTo>
                  <a:cubicBezTo>
                    <a:pt x="48" y="147"/>
                    <a:pt x="7" y="134"/>
                    <a:pt x="7" y="134"/>
                  </a:cubicBezTo>
                  <a:lnTo>
                    <a:pt x="7" y="137"/>
                  </a:lnTo>
                  <a:lnTo>
                    <a:pt x="0" y="228"/>
                  </a:lnTo>
                  <a:lnTo>
                    <a:pt x="0" y="242"/>
                  </a:lnTo>
                  <a:cubicBezTo>
                    <a:pt x="17" y="245"/>
                    <a:pt x="38" y="245"/>
                    <a:pt x="58" y="245"/>
                  </a:cubicBezTo>
                  <a:cubicBezTo>
                    <a:pt x="317" y="245"/>
                    <a:pt x="490" y="59"/>
                    <a:pt x="490" y="59"/>
                  </a:cubicBezTo>
                  <a:lnTo>
                    <a:pt x="480" y="1"/>
                  </a:lnTo>
                  <a:close/>
                </a:path>
              </a:pathLst>
            </a:custGeom>
            <a:solidFill>
              <a:srgbClr val="EA99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25"/>
            <p:cNvSpPr/>
            <p:nvPr/>
          </p:nvSpPr>
          <p:spPr>
            <a:xfrm>
              <a:off x="1975181" y="2263641"/>
              <a:ext cx="364345" cy="572838"/>
            </a:xfrm>
            <a:custGeom>
              <a:rect b="b" l="l" r="r" t="t"/>
              <a:pathLst>
                <a:path extrusionOk="0" h="11317" w="7198">
                  <a:moveTo>
                    <a:pt x="4978" y="0"/>
                  </a:moveTo>
                  <a:cubicBezTo>
                    <a:pt x="4978" y="0"/>
                    <a:pt x="4610" y="99"/>
                    <a:pt x="3897" y="857"/>
                  </a:cubicBezTo>
                  <a:cubicBezTo>
                    <a:pt x="3179" y="1618"/>
                    <a:pt x="375" y="6422"/>
                    <a:pt x="188" y="6691"/>
                  </a:cubicBezTo>
                  <a:cubicBezTo>
                    <a:pt x="0" y="6963"/>
                    <a:pt x="55" y="7336"/>
                    <a:pt x="392" y="7680"/>
                  </a:cubicBezTo>
                  <a:cubicBezTo>
                    <a:pt x="725" y="8027"/>
                    <a:pt x="3493" y="10090"/>
                    <a:pt x="3493" y="10090"/>
                  </a:cubicBezTo>
                  <a:cubicBezTo>
                    <a:pt x="3659" y="10233"/>
                    <a:pt x="3781" y="10407"/>
                    <a:pt x="4094" y="10713"/>
                  </a:cubicBezTo>
                  <a:cubicBezTo>
                    <a:pt x="4240" y="10856"/>
                    <a:pt x="4393" y="11015"/>
                    <a:pt x="4584" y="11100"/>
                  </a:cubicBezTo>
                  <a:cubicBezTo>
                    <a:pt x="4822" y="11206"/>
                    <a:pt x="5080" y="11281"/>
                    <a:pt x="5352" y="11308"/>
                  </a:cubicBezTo>
                  <a:cubicBezTo>
                    <a:pt x="5417" y="11313"/>
                    <a:pt x="5483" y="11316"/>
                    <a:pt x="5550" y="11316"/>
                  </a:cubicBezTo>
                  <a:cubicBezTo>
                    <a:pt x="5835" y="11316"/>
                    <a:pt x="6130" y="11261"/>
                    <a:pt x="6406" y="11135"/>
                  </a:cubicBezTo>
                  <a:cubicBezTo>
                    <a:pt x="6597" y="11049"/>
                    <a:pt x="6777" y="10927"/>
                    <a:pt x="6920" y="10771"/>
                  </a:cubicBezTo>
                  <a:cubicBezTo>
                    <a:pt x="7062" y="10614"/>
                    <a:pt x="7168" y="10413"/>
                    <a:pt x="7191" y="10217"/>
                  </a:cubicBezTo>
                  <a:cubicBezTo>
                    <a:pt x="7195" y="10176"/>
                    <a:pt x="7198" y="10135"/>
                    <a:pt x="7181" y="10101"/>
                  </a:cubicBezTo>
                  <a:cubicBezTo>
                    <a:pt x="7154" y="10040"/>
                    <a:pt x="7079" y="10019"/>
                    <a:pt x="7014" y="10005"/>
                  </a:cubicBezTo>
                  <a:cubicBezTo>
                    <a:pt x="6644" y="9920"/>
                    <a:pt x="6219" y="9890"/>
                    <a:pt x="5869" y="9764"/>
                  </a:cubicBezTo>
                  <a:cubicBezTo>
                    <a:pt x="5569" y="9659"/>
                    <a:pt x="5382" y="9539"/>
                    <a:pt x="5444" y="9506"/>
                  </a:cubicBezTo>
                  <a:cubicBezTo>
                    <a:pt x="5456" y="9499"/>
                    <a:pt x="5473" y="9496"/>
                    <a:pt x="5493" y="9496"/>
                  </a:cubicBezTo>
                  <a:cubicBezTo>
                    <a:pt x="5523" y="9496"/>
                    <a:pt x="5561" y="9502"/>
                    <a:pt x="5607" y="9506"/>
                  </a:cubicBezTo>
                  <a:cubicBezTo>
                    <a:pt x="5651" y="9511"/>
                    <a:pt x="5703" y="9515"/>
                    <a:pt x="5763" y="9515"/>
                  </a:cubicBezTo>
                  <a:cubicBezTo>
                    <a:pt x="5824" y="9515"/>
                    <a:pt x="5892" y="9511"/>
                    <a:pt x="5971" y="9499"/>
                  </a:cubicBezTo>
                  <a:cubicBezTo>
                    <a:pt x="6250" y="9451"/>
                    <a:pt x="6528" y="9238"/>
                    <a:pt x="6518" y="9081"/>
                  </a:cubicBezTo>
                  <a:cubicBezTo>
                    <a:pt x="6511" y="8972"/>
                    <a:pt x="6507" y="8956"/>
                    <a:pt x="6402" y="8956"/>
                  </a:cubicBezTo>
                  <a:cubicBezTo>
                    <a:pt x="6360" y="8956"/>
                    <a:pt x="6301" y="8958"/>
                    <a:pt x="6219" y="8958"/>
                  </a:cubicBezTo>
                  <a:cubicBezTo>
                    <a:pt x="6208" y="8959"/>
                    <a:pt x="6198" y="8959"/>
                    <a:pt x="6188" y="8959"/>
                  </a:cubicBezTo>
                  <a:cubicBezTo>
                    <a:pt x="6077" y="8959"/>
                    <a:pt x="5974" y="8943"/>
                    <a:pt x="5862" y="8932"/>
                  </a:cubicBezTo>
                  <a:cubicBezTo>
                    <a:pt x="5744" y="8917"/>
                    <a:pt x="5620" y="8903"/>
                    <a:pt x="5473" y="8903"/>
                  </a:cubicBezTo>
                  <a:cubicBezTo>
                    <a:pt x="5412" y="8903"/>
                    <a:pt x="5347" y="8905"/>
                    <a:pt x="5277" y="8911"/>
                  </a:cubicBezTo>
                  <a:cubicBezTo>
                    <a:pt x="5172" y="8921"/>
                    <a:pt x="5086" y="8925"/>
                    <a:pt x="5010" y="8925"/>
                  </a:cubicBezTo>
                  <a:cubicBezTo>
                    <a:pt x="4823" y="8925"/>
                    <a:pt x="4690" y="8898"/>
                    <a:pt x="4468" y="8850"/>
                  </a:cubicBezTo>
                  <a:cubicBezTo>
                    <a:pt x="3876" y="8717"/>
                    <a:pt x="2224" y="6507"/>
                    <a:pt x="2224" y="6507"/>
                  </a:cubicBezTo>
                  <a:lnTo>
                    <a:pt x="5087" y="2778"/>
                  </a:lnTo>
                  <a:cubicBezTo>
                    <a:pt x="5087" y="2778"/>
                    <a:pt x="5804" y="1257"/>
                    <a:pt x="4978" y="0"/>
                  </a:cubicBezTo>
                  <a:close/>
                </a:path>
              </a:pathLst>
            </a:custGeom>
            <a:solidFill>
              <a:srgbClr val="E6B8A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25"/>
            <p:cNvSpPr/>
            <p:nvPr/>
          </p:nvSpPr>
          <p:spPr>
            <a:xfrm>
              <a:off x="1966272" y="2254985"/>
              <a:ext cx="316309" cy="503745"/>
            </a:xfrm>
            <a:custGeom>
              <a:rect b="b" l="l" r="r" t="t"/>
              <a:pathLst>
                <a:path extrusionOk="0" h="9952" w="6249">
                  <a:moveTo>
                    <a:pt x="5304" y="1"/>
                  </a:moveTo>
                  <a:cubicBezTo>
                    <a:pt x="3669" y="361"/>
                    <a:pt x="517" y="6134"/>
                    <a:pt x="258" y="6760"/>
                  </a:cubicBezTo>
                  <a:cubicBezTo>
                    <a:pt x="0" y="7385"/>
                    <a:pt x="30" y="7521"/>
                    <a:pt x="258" y="7763"/>
                  </a:cubicBezTo>
                  <a:cubicBezTo>
                    <a:pt x="482" y="8001"/>
                    <a:pt x="3257" y="9952"/>
                    <a:pt x="3257" y="9952"/>
                  </a:cubicBezTo>
                  <a:lnTo>
                    <a:pt x="4138" y="8684"/>
                  </a:lnTo>
                  <a:lnTo>
                    <a:pt x="2570" y="6661"/>
                  </a:lnTo>
                  <a:cubicBezTo>
                    <a:pt x="2570" y="6661"/>
                    <a:pt x="4378" y="4516"/>
                    <a:pt x="5314" y="3033"/>
                  </a:cubicBezTo>
                  <a:cubicBezTo>
                    <a:pt x="6249" y="1551"/>
                    <a:pt x="5304" y="1"/>
                    <a:pt x="5304" y="1"/>
                  </a:cubicBezTo>
                  <a:close/>
                </a:path>
              </a:pathLst>
            </a:custGeom>
            <a:solidFill>
              <a:srgbClr val="27DE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25"/>
            <p:cNvSpPr/>
            <p:nvPr/>
          </p:nvSpPr>
          <p:spPr>
            <a:xfrm>
              <a:off x="1970018" y="2254985"/>
              <a:ext cx="286242" cy="503745"/>
            </a:xfrm>
            <a:custGeom>
              <a:rect b="b" l="l" r="r" t="t"/>
              <a:pathLst>
                <a:path extrusionOk="0" h="9952" w="5655">
                  <a:moveTo>
                    <a:pt x="5230" y="1"/>
                  </a:moveTo>
                  <a:cubicBezTo>
                    <a:pt x="3595" y="361"/>
                    <a:pt x="443" y="6134"/>
                    <a:pt x="184" y="6760"/>
                  </a:cubicBezTo>
                  <a:cubicBezTo>
                    <a:pt x="58" y="7063"/>
                    <a:pt x="0" y="7253"/>
                    <a:pt x="0" y="7392"/>
                  </a:cubicBezTo>
                  <a:cubicBezTo>
                    <a:pt x="0" y="7542"/>
                    <a:pt x="66" y="7637"/>
                    <a:pt x="184" y="7763"/>
                  </a:cubicBezTo>
                  <a:cubicBezTo>
                    <a:pt x="408" y="8001"/>
                    <a:pt x="3183" y="9952"/>
                    <a:pt x="3183" y="9952"/>
                  </a:cubicBezTo>
                  <a:lnTo>
                    <a:pt x="4064" y="8684"/>
                  </a:lnTo>
                  <a:lnTo>
                    <a:pt x="2496" y="6661"/>
                  </a:lnTo>
                  <a:cubicBezTo>
                    <a:pt x="2496" y="6661"/>
                    <a:pt x="4304" y="4516"/>
                    <a:pt x="5240" y="3033"/>
                  </a:cubicBezTo>
                  <a:cubicBezTo>
                    <a:pt x="5549" y="2544"/>
                    <a:pt x="5655" y="2045"/>
                    <a:pt x="5655" y="1599"/>
                  </a:cubicBezTo>
                  <a:cubicBezTo>
                    <a:pt x="5655" y="694"/>
                    <a:pt x="5230" y="1"/>
                    <a:pt x="5230" y="1"/>
                  </a:cubicBezTo>
                  <a:close/>
                </a:path>
              </a:pathLst>
            </a:custGeom>
            <a:solidFill>
              <a:srgbClr val="EA99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EFEFEF"/>
        </a:solidFill>
      </p:bgPr>
    </p:bg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6"/>
          <p:cNvSpPr txBox="1"/>
          <p:nvPr>
            <p:ph idx="8" type="subTitle"/>
          </p:nvPr>
        </p:nvSpPr>
        <p:spPr>
          <a:xfrm>
            <a:off x="1229050" y="4046875"/>
            <a:ext cx="3401400" cy="100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Para o frontend usei 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u="sng">
                <a:solidFill>
                  <a:srgbClr val="E06666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https://bootstrapmade.com/demo/TheEvent/</a:t>
            </a:r>
            <a:r>
              <a:rPr lang="en" u="sng">
                <a:solidFill>
                  <a:srgbClr val="E0666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br>
              <a:rPr lang="en" u="sng">
                <a:solidFill>
                  <a:srgbClr val="E06666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200"/>
              <a:t>E para backoffice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rgbClr val="E06666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https://startbootstrap.com/templates/full-width-pics/</a:t>
            </a:r>
            <a:endParaRPr u="sng">
              <a:solidFill>
                <a:srgbClr val="E066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26"/>
          <p:cNvSpPr txBox="1"/>
          <p:nvPr>
            <p:ph idx="9" type="subTitle"/>
          </p:nvPr>
        </p:nvSpPr>
        <p:spPr>
          <a:xfrm>
            <a:off x="4976075" y="4046874"/>
            <a:ext cx="32253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Para este projeto foram usadas a seguintes linguagens: HTML, PHP, Javascript, Ajax e SQL</a:t>
            </a:r>
            <a:endParaRPr sz="1200"/>
          </a:p>
        </p:txBody>
      </p:sp>
      <p:sp>
        <p:nvSpPr>
          <p:cNvPr id="351" name="Google Shape;351;p26"/>
          <p:cNvSpPr txBox="1"/>
          <p:nvPr>
            <p:ph idx="14" type="subTitle"/>
          </p:nvPr>
        </p:nvSpPr>
        <p:spPr>
          <a:xfrm>
            <a:off x="1405248" y="3731125"/>
            <a:ext cx="3225300" cy="37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TEMPLATES DE </a:t>
            </a:r>
            <a:r>
              <a:rPr lang="en"/>
              <a:t>BOOTSTRAP</a:t>
            </a:r>
            <a:endParaRPr/>
          </a:p>
        </p:txBody>
      </p:sp>
      <p:sp>
        <p:nvSpPr>
          <p:cNvPr id="352" name="Google Shape;352;p26"/>
          <p:cNvSpPr txBox="1"/>
          <p:nvPr>
            <p:ph idx="15" type="subTitle"/>
          </p:nvPr>
        </p:nvSpPr>
        <p:spPr>
          <a:xfrm>
            <a:off x="4976076" y="3731124"/>
            <a:ext cx="3084600" cy="37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Linguagens de Programação</a:t>
            </a:r>
            <a:endParaRPr/>
          </a:p>
        </p:txBody>
      </p:sp>
      <p:sp>
        <p:nvSpPr>
          <p:cNvPr id="353" name="Google Shape;353;p26"/>
          <p:cNvSpPr txBox="1"/>
          <p:nvPr>
            <p:ph idx="4" type="subTitle"/>
          </p:nvPr>
        </p:nvSpPr>
        <p:spPr>
          <a:xfrm>
            <a:off x="6189715" y="2005346"/>
            <a:ext cx="2425800" cy="37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Phpmyadmin</a:t>
            </a:r>
            <a:endParaRPr/>
          </a:p>
        </p:txBody>
      </p:sp>
      <p:sp>
        <p:nvSpPr>
          <p:cNvPr id="354" name="Google Shape;354;p26"/>
          <p:cNvSpPr txBox="1"/>
          <p:nvPr>
            <p:ph idx="5" type="subTitle"/>
          </p:nvPr>
        </p:nvSpPr>
        <p:spPr>
          <a:xfrm>
            <a:off x="587856" y="2005346"/>
            <a:ext cx="2425800" cy="37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bITVISE</a:t>
            </a:r>
            <a:endParaRPr/>
          </a:p>
        </p:txBody>
      </p:sp>
      <p:sp>
        <p:nvSpPr>
          <p:cNvPr id="355" name="Google Shape;355;p26"/>
          <p:cNvSpPr txBox="1"/>
          <p:nvPr>
            <p:ph idx="6" type="subTitle"/>
          </p:nvPr>
        </p:nvSpPr>
        <p:spPr>
          <a:xfrm>
            <a:off x="3359110" y="2005346"/>
            <a:ext cx="2425800" cy="37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Visual Studio Code</a:t>
            </a:r>
            <a:endParaRPr/>
          </a:p>
        </p:txBody>
      </p:sp>
      <p:sp>
        <p:nvSpPr>
          <p:cNvPr id="356" name="Google Shape;356;p26"/>
          <p:cNvSpPr txBox="1"/>
          <p:nvPr>
            <p:ph idx="3" type="subTitle"/>
          </p:nvPr>
        </p:nvSpPr>
        <p:spPr>
          <a:xfrm>
            <a:off x="3359100" y="2321100"/>
            <a:ext cx="2425800" cy="94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Este programa para </a:t>
            </a:r>
            <a:r>
              <a:rPr lang="en" sz="1200"/>
              <a:t>além</a:t>
            </a:r>
            <a:r>
              <a:rPr lang="en" sz="1200"/>
              <a:t> de ter um aspeto muito elegante tem funções para organizar e autocompletar </a:t>
            </a:r>
            <a:r>
              <a:rPr lang="en" sz="1200"/>
              <a:t>códigos</a:t>
            </a:r>
            <a:r>
              <a:rPr lang="en" sz="1200"/>
              <a:t> de </a:t>
            </a:r>
            <a:r>
              <a:rPr lang="en" sz="1200"/>
              <a:t>várias</a:t>
            </a:r>
            <a:r>
              <a:rPr lang="en" sz="1200"/>
              <a:t> linguagens</a:t>
            </a:r>
            <a:endParaRPr sz="1200"/>
          </a:p>
        </p:txBody>
      </p:sp>
      <p:sp>
        <p:nvSpPr>
          <p:cNvPr id="357" name="Google Shape;357;p26"/>
          <p:cNvSpPr txBox="1"/>
          <p:nvPr>
            <p:ph idx="1" type="subTitle"/>
          </p:nvPr>
        </p:nvSpPr>
        <p:spPr>
          <a:xfrm>
            <a:off x="6189715" y="2321100"/>
            <a:ext cx="24258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Usamos esta aplicação para guardar toda a informação do nosso sistema</a:t>
            </a:r>
            <a:endParaRPr sz="1200"/>
          </a:p>
        </p:txBody>
      </p:sp>
      <p:sp>
        <p:nvSpPr>
          <p:cNvPr id="358" name="Google Shape;358;p26"/>
          <p:cNvSpPr txBox="1"/>
          <p:nvPr>
            <p:ph idx="2" type="subTitle"/>
          </p:nvPr>
        </p:nvSpPr>
        <p:spPr>
          <a:xfrm>
            <a:off x="587856" y="2321100"/>
            <a:ext cx="24258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Usamos o servidor da escola para guardar os nossos projetos</a:t>
            </a:r>
            <a:endParaRPr sz="1200"/>
          </a:p>
        </p:txBody>
      </p:sp>
      <p:sp>
        <p:nvSpPr>
          <p:cNvPr id="359" name="Google Shape;359;p26"/>
          <p:cNvSpPr txBox="1"/>
          <p:nvPr>
            <p:ph type="ctrTitle"/>
          </p:nvPr>
        </p:nvSpPr>
        <p:spPr>
          <a:xfrm flipH="1">
            <a:off x="930900" y="366803"/>
            <a:ext cx="7264500" cy="50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E06666"/>
                </a:solidFill>
              </a:rPr>
              <a:t>Ferramentas</a:t>
            </a:r>
            <a:r>
              <a:rPr lang="en">
                <a:solidFill>
                  <a:srgbClr val="E06666"/>
                </a:solidFill>
              </a:rPr>
              <a:t> usadas</a:t>
            </a:r>
            <a:endParaRPr>
              <a:solidFill>
                <a:srgbClr val="E06666"/>
              </a:solidFill>
            </a:endParaRPr>
          </a:p>
        </p:txBody>
      </p:sp>
      <p:grpSp>
        <p:nvGrpSpPr>
          <p:cNvPr id="360" name="Google Shape;360;p26"/>
          <p:cNvGrpSpPr/>
          <p:nvPr/>
        </p:nvGrpSpPr>
        <p:grpSpPr>
          <a:xfrm>
            <a:off x="1645450" y="1511063"/>
            <a:ext cx="310600" cy="371175"/>
            <a:chOff x="1318225" y="1610550"/>
            <a:chExt cx="310600" cy="371175"/>
          </a:xfrm>
        </p:grpSpPr>
        <p:sp>
          <p:nvSpPr>
            <p:cNvPr id="361" name="Google Shape;361;p26"/>
            <p:cNvSpPr/>
            <p:nvPr/>
          </p:nvSpPr>
          <p:spPr>
            <a:xfrm>
              <a:off x="1318450" y="1610550"/>
              <a:ext cx="310375" cy="371175"/>
            </a:xfrm>
            <a:custGeom>
              <a:rect b="b" l="l" r="r" t="t"/>
              <a:pathLst>
                <a:path extrusionOk="0" h="14847" w="12415">
                  <a:moveTo>
                    <a:pt x="5822" y="1"/>
                  </a:moveTo>
                  <a:cubicBezTo>
                    <a:pt x="5745" y="1"/>
                    <a:pt x="5660" y="27"/>
                    <a:pt x="5568" y="79"/>
                  </a:cubicBezTo>
                  <a:lnTo>
                    <a:pt x="628" y="2932"/>
                  </a:lnTo>
                  <a:cubicBezTo>
                    <a:pt x="284" y="3138"/>
                    <a:pt x="0" y="3671"/>
                    <a:pt x="0" y="4143"/>
                  </a:cubicBezTo>
                  <a:lnTo>
                    <a:pt x="0" y="10733"/>
                  </a:lnTo>
                  <a:cubicBezTo>
                    <a:pt x="0" y="10999"/>
                    <a:pt x="95" y="11188"/>
                    <a:pt x="250" y="11257"/>
                  </a:cubicBezTo>
                  <a:lnTo>
                    <a:pt x="6392" y="14788"/>
                  </a:lnTo>
                  <a:cubicBezTo>
                    <a:pt x="6447" y="14826"/>
                    <a:pt x="6514" y="14847"/>
                    <a:pt x="6588" y="14847"/>
                  </a:cubicBezTo>
                  <a:cubicBezTo>
                    <a:pt x="6665" y="14847"/>
                    <a:pt x="6751" y="14823"/>
                    <a:pt x="6839" y="14771"/>
                  </a:cubicBezTo>
                  <a:lnTo>
                    <a:pt x="11779" y="11918"/>
                  </a:lnTo>
                  <a:cubicBezTo>
                    <a:pt x="12123" y="11712"/>
                    <a:pt x="12415" y="11171"/>
                    <a:pt x="12415" y="10707"/>
                  </a:cubicBezTo>
                  <a:lnTo>
                    <a:pt x="12415" y="4117"/>
                  </a:lnTo>
                  <a:cubicBezTo>
                    <a:pt x="12415" y="3860"/>
                    <a:pt x="12320" y="3671"/>
                    <a:pt x="12174" y="3602"/>
                  </a:cubicBezTo>
                  <a:lnTo>
                    <a:pt x="6014" y="71"/>
                  </a:lnTo>
                  <a:cubicBezTo>
                    <a:pt x="5960" y="25"/>
                    <a:pt x="5895" y="1"/>
                    <a:pt x="58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26"/>
            <p:cNvSpPr/>
            <p:nvPr/>
          </p:nvSpPr>
          <p:spPr>
            <a:xfrm>
              <a:off x="1473525" y="1699700"/>
              <a:ext cx="155300" cy="281975"/>
            </a:xfrm>
            <a:custGeom>
              <a:rect b="b" l="l" r="r" t="t"/>
              <a:pathLst>
                <a:path extrusionOk="0" h="11279" w="6212">
                  <a:moveTo>
                    <a:pt x="5828" y="0"/>
                  </a:moveTo>
                  <a:cubicBezTo>
                    <a:pt x="5750" y="0"/>
                    <a:pt x="5665" y="25"/>
                    <a:pt x="5576" y="79"/>
                  </a:cubicBezTo>
                  <a:lnTo>
                    <a:pt x="636" y="2931"/>
                  </a:lnTo>
                  <a:cubicBezTo>
                    <a:pt x="284" y="3129"/>
                    <a:pt x="0" y="3670"/>
                    <a:pt x="0" y="4134"/>
                  </a:cubicBezTo>
                  <a:lnTo>
                    <a:pt x="0" y="10723"/>
                  </a:lnTo>
                  <a:cubicBezTo>
                    <a:pt x="0" y="11070"/>
                    <a:pt x="159" y="11278"/>
                    <a:pt x="386" y="11278"/>
                  </a:cubicBezTo>
                  <a:cubicBezTo>
                    <a:pt x="463" y="11278"/>
                    <a:pt x="547" y="11254"/>
                    <a:pt x="636" y="11205"/>
                  </a:cubicBezTo>
                  <a:lnTo>
                    <a:pt x="5576" y="8352"/>
                  </a:lnTo>
                  <a:cubicBezTo>
                    <a:pt x="5920" y="8146"/>
                    <a:pt x="6212" y="7605"/>
                    <a:pt x="6212" y="7141"/>
                  </a:cubicBezTo>
                  <a:lnTo>
                    <a:pt x="6212" y="551"/>
                  </a:lnTo>
                  <a:cubicBezTo>
                    <a:pt x="6212" y="207"/>
                    <a:pt x="6051" y="0"/>
                    <a:pt x="582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26"/>
            <p:cNvSpPr/>
            <p:nvPr/>
          </p:nvSpPr>
          <p:spPr>
            <a:xfrm>
              <a:off x="1318225" y="1610550"/>
              <a:ext cx="302675" cy="192500"/>
            </a:xfrm>
            <a:custGeom>
              <a:rect b="b" l="l" r="r" t="t"/>
              <a:pathLst>
                <a:path extrusionOk="0" h="7700" w="12107">
                  <a:moveTo>
                    <a:pt x="5831" y="1"/>
                  </a:moveTo>
                  <a:cubicBezTo>
                    <a:pt x="5754" y="1"/>
                    <a:pt x="5669" y="27"/>
                    <a:pt x="5577" y="79"/>
                  </a:cubicBezTo>
                  <a:lnTo>
                    <a:pt x="654" y="2923"/>
                  </a:lnTo>
                  <a:lnTo>
                    <a:pt x="637" y="2932"/>
                  </a:lnTo>
                  <a:cubicBezTo>
                    <a:pt x="284" y="3138"/>
                    <a:pt x="1" y="3671"/>
                    <a:pt x="1" y="4143"/>
                  </a:cubicBezTo>
                  <a:lnTo>
                    <a:pt x="6212" y="7700"/>
                  </a:lnTo>
                  <a:cubicBezTo>
                    <a:pt x="6212" y="7236"/>
                    <a:pt x="6496" y="6695"/>
                    <a:pt x="6840" y="6497"/>
                  </a:cubicBezTo>
                  <a:lnTo>
                    <a:pt x="11780" y="3645"/>
                  </a:lnTo>
                  <a:cubicBezTo>
                    <a:pt x="11862" y="3592"/>
                    <a:pt x="11952" y="3566"/>
                    <a:pt x="12047" y="3566"/>
                  </a:cubicBezTo>
                  <a:cubicBezTo>
                    <a:pt x="12061" y="3566"/>
                    <a:pt x="12075" y="3566"/>
                    <a:pt x="12089" y="3567"/>
                  </a:cubicBezTo>
                  <a:lnTo>
                    <a:pt x="12106" y="3559"/>
                  </a:lnTo>
                  <a:lnTo>
                    <a:pt x="6023" y="71"/>
                  </a:lnTo>
                  <a:cubicBezTo>
                    <a:pt x="5969" y="25"/>
                    <a:pt x="5904" y="1"/>
                    <a:pt x="58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26"/>
            <p:cNvSpPr/>
            <p:nvPr/>
          </p:nvSpPr>
          <p:spPr>
            <a:xfrm>
              <a:off x="1493500" y="1735575"/>
              <a:ext cx="115150" cy="210325"/>
            </a:xfrm>
            <a:custGeom>
              <a:rect b="b" l="l" r="r" t="t"/>
              <a:pathLst>
                <a:path extrusionOk="0" h="8413" w="4606">
                  <a:moveTo>
                    <a:pt x="4348" y="1"/>
                  </a:moveTo>
                  <a:cubicBezTo>
                    <a:pt x="4296" y="1"/>
                    <a:pt x="4237" y="17"/>
                    <a:pt x="4176" y="53"/>
                  </a:cubicBezTo>
                  <a:lnTo>
                    <a:pt x="430" y="2209"/>
                  </a:lnTo>
                  <a:cubicBezTo>
                    <a:pt x="189" y="2347"/>
                    <a:pt x="0" y="2716"/>
                    <a:pt x="0" y="3043"/>
                  </a:cubicBezTo>
                  <a:lnTo>
                    <a:pt x="0" y="8043"/>
                  </a:lnTo>
                  <a:cubicBezTo>
                    <a:pt x="0" y="8273"/>
                    <a:pt x="105" y="8412"/>
                    <a:pt x="257" y="8412"/>
                  </a:cubicBezTo>
                  <a:cubicBezTo>
                    <a:pt x="310" y="8412"/>
                    <a:pt x="368" y="8396"/>
                    <a:pt x="430" y="8361"/>
                  </a:cubicBezTo>
                  <a:lnTo>
                    <a:pt x="4176" y="6196"/>
                  </a:lnTo>
                  <a:cubicBezTo>
                    <a:pt x="4416" y="6067"/>
                    <a:pt x="4605" y="5689"/>
                    <a:pt x="4605" y="5371"/>
                  </a:cubicBezTo>
                  <a:lnTo>
                    <a:pt x="4605" y="371"/>
                  </a:lnTo>
                  <a:cubicBezTo>
                    <a:pt x="4605" y="141"/>
                    <a:pt x="4501" y="1"/>
                    <a:pt x="4348" y="1"/>
                  </a:cubicBezTo>
                  <a:close/>
                </a:path>
              </a:pathLst>
            </a:custGeom>
            <a:solidFill>
              <a:srgbClr val="D1D1D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26"/>
            <p:cNvSpPr/>
            <p:nvPr/>
          </p:nvSpPr>
          <p:spPr>
            <a:xfrm>
              <a:off x="1536450" y="1804875"/>
              <a:ext cx="44500" cy="64650"/>
            </a:xfrm>
            <a:custGeom>
              <a:rect b="b" l="l" r="r" t="t"/>
              <a:pathLst>
                <a:path extrusionOk="0" h="2586" w="1780">
                  <a:moveTo>
                    <a:pt x="1243" y="1"/>
                  </a:moveTo>
                  <a:cubicBezTo>
                    <a:pt x="1134" y="1"/>
                    <a:pt x="1013" y="35"/>
                    <a:pt x="886" y="107"/>
                  </a:cubicBezTo>
                  <a:cubicBezTo>
                    <a:pt x="396" y="391"/>
                    <a:pt x="1" y="1155"/>
                    <a:pt x="1" y="1808"/>
                  </a:cubicBezTo>
                  <a:cubicBezTo>
                    <a:pt x="1" y="2294"/>
                    <a:pt x="220" y="2585"/>
                    <a:pt x="534" y="2585"/>
                  </a:cubicBezTo>
                  <a:cubicBezTo>
                    <a:pt x="641" y="2585"/>
                    <a:pt x="760" y="2551"/>
                    <a:pt x="886" y="2479"/>
                  </a:cubicBezTo>
                  <a:cubicBezTo>
                    <a:pt x="1375" y="2195"/>
                    <a:pt x="1779" y="1439"/>
                    <a:pt x="1779" y="777"/>
                  </a:cubicBezTo>
                  <a:cubicBezTo>
                    <a:pt x="1779" y="291"/>
                    <a:pt x="1560" y="1"/>
                    <a:pt x="124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26"/>
            <p:cNvSpPr/>
            <p:nvPr/>
          </p:nvSpPr>
          <p:spPr>
            <a:xfrm>
              <a:off x="1546125" y="1817075"/>
              <a:ext cx="39325" cy="47750"/>
            </a:xfrm>
            <a:custGeom>
              <a:rect b="b" l="l" r="r" t="t"/>
              <a:pathLst>
                <a:path extrusionOk="0" h="1910" w="1573">
                  <a:moveTo>
                    <a:pt x="857" y="1"/>
                  </a:moveTo>
                  <a:cubicBezTo>
                    <a:pt x="782" y="1"/>
                    <a:pt x="698" y="25"/>
                    <a:pt x="610" y="75"/>
                  </a:cubicBezTo>
                  <a:cubicBezTo>
                    <a:pt x="275" y="272"/>
                    <a:pt x="0" y="788"/>
                    <a:pt x="0" y="1243"/>
                  </a:cubicBezTo>
                  <a:cubicBezTo>
                    <a:pt x="0" y="1552"/>
                    <a:pt x="129" y="1741"/>
                    <a:pt x="318" y="1776"/>
                  </a:cubicBezTo>
                  <a:lnTo>
                    <a:pt x="679" y="1870"/>
                  </a:lnTo>
                  <a:cubicBezTo>
                    <a:pt x="728" y="1897"/>
                    <a:pt x="782" y="1910"/>
                    <a:pt x="836" y="1910"/>
                  </a:cubicBezTo>
                  <a:cubicBezTo>
                    <a:pt x="906" y="1910"/>
                    <a:pt x="977" y="1888"/>
                    <a:pt x="1040" y="1844"/>
                  </a:cubicBezTo>
                  <a:cubicBezTo>
                    <a:pt x="1332" y="1673"/>
                    <a:pt x="1572" y="1217"/>
                    <a:pt x="1572" y="822"/>
                  </a:cubicBezTo>
                  <a:cubicBezTo>
                    <a:pt x="1572" y="607"/>
                    <a:pt x="1504" y="453"/>
                    <a:pt x="1383" y="384"/>
                  </a:cubicBezTo>
                  <a:lnTo>
                    <a:pt x="1091" y="109"/>
                  </a:lnTo>
                  <a:cubicBezTo>
                    <a:pt x="1030" y="38"/>
                    <a:pt x="949" y="1"/>
                    <a:pt x="857" y="1"/>
                  </a:cubicBezTo>
                  <a:close/>
                </a:path>
              </a:pathLst>
            </a:custGeom>
            <a:solidFill>
              <a:srgbClr val="D1D1D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26"/>
            <p:cNvSpPr/>
            <p:nvPr/>
          </p:nvSpPr>
          <p:spPr>
            <a:xfrm>
              <a:off x="1558575" y="1825900"/>
              <a:ext cx="26875" cy="38925"/>
            </a:xfrm>
            <a:custGeom>
              <a:rect b="b" l="l" r="r" t="t"/>
              <a:pathLst>
                <a:path extrusionOk="0" h="1557" w="1075">
                  <a:moveTo>
                    <a:pt x="753" y="0"/>
                  </a:moveTo>
                  <a:cubicBezTo>
                    <a:pt x="688" y="0"/>
                    <a:pt x="617" y="21"/>
                    <a:pt x="542" y="65"/>
                  </a:cubicBezTo>
                  <a:cubicBezTo>
                    <a:pt x="241" y="237"/>
                    <a:pt x="1" y="692"/>
                    <a:pt x="1" y="1088"/>
                  </a:cubicBezTo>
                  <a:cubicBezTo>
                    <a:pt x="1" y="1381"/>
                    <a:pt x="133" y="1556"/>
                    <a:pt x="325" y="1556"/>
                  </a:cubicBezTo>
                  <a:cubicBezTo>
                    <a:pt x="391" y="1556"/>
                    <a:pt x="465" y="1536"/>
                    <a:pt x="542" y="1491"/>
                  </a:cubicBezTo>
                  <a:cubicBezTo>
                    <a:pt x="834" y="1320"/>
                    <a:pt x="1074" y="864"/>
                    <a:pt x="1074" y="469"/>
                  </a:cubicBezTo>
                  <a:cubicBezTo>
                    <a:pt x="1074" y="175"/>
                    <a:pt x="942" y="0"/>
                    <a:pt x="75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26"/>
            <p:cNvSpPr/>
            <p:nvPr/>
          </p:nvSpPr>
          <p:spPr>
            <a:xfrm>
              <a:off x="1566300" y="1836875"/>
              <a:ext cx="11625" cy="16975"/>
            </a:xfrm>
            <a:custGeom>
              <a:rect b="b" l="l" r="r" t="t"/>
              <a:pathLst>
                <a:path extrusionOk="0" h="679" w="465">
                  <a:moveTo>
                    <a:pt x="328" y="0"/>
                  </a:moveTo>
                  <a:cubicBezTo>
                    <a:pt x="299" y="0"/>
                    <a:pt x="267" y="10"/>
                    <a:pt x="233" y="30"/>
                  </a:cubicBezTo>
                  <a:cubicBezTo>
                    <a:pt x="87" y="133"/>
                    <a:pt x="1" y="296"/>
                    <a:pt x="1" y="468"/>
                  </a:cubicBezTo>
                  <a:cubicBezTo>
                    <a:pt x="1" y="602"/>
                    <a:pt x="57" y="679"/>
                    <a:pt x="138" y="679"/>
                  </a:cubicBezTo>
                  <a:cubicBezTo>
                    <a:pt x="167" y="679"/>
                    <a:pt x="199" y="669"/>
                    <a:pt x="233" y="649"/>
                  </a:cubicBezTo>
                  <a:cubicBezTo>
                    <a:pt x="370" y="546"/>
                    <a:pt x="465" y="382"/>
                    <a:pt x="465" y="202"/>
                  </a:cubicBezTo>
                  <a:cubicBezTo>
                    <a:pt x="465" y="75"/>
                    <a:pt x="409" y="0"/>
                    <a:pt x="328" y="0"/>
                  </a:cubicBezTo>
                  <a:close/>
                </a:path>
              </a:pathLst>
            </a:custGeom>
            <a:solidFill>
              <a:srgbClr val="9595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26"/>
            <p:cNvSpPr/>
            <p:nvPr/>
          </p:nvSpPr>
          <p:spPr>
            <a:xfrm>
              <a:off x="1585050" y="1779950"/>
              <a:ext cx="18225" cy="79600"/>
            </a:xfrm>
            <a:custGeom>
              <a:rect b="b" l="l" r="r" t="t"/>
              <a:pathLst>
                <a:path extrusionOk="0" h="3184" w="729">
                  <a:moveTo>
                    <a:pt x="256" y="0"/>
                  </a:moveTo>
                  <a:cubicBezTo>
                    <a:pt x="96" y="0"/>
                    <a:pt x="0" y="228"/>
                    <a:pt x="162" y="331"/>
                  </a:cubicBezTo>
                  <a:lnTo>
                    <a:pt x="368" y="451"/>
                  </a:lnTo>
                  <a:lnTo>
                    <a:pt x="368" y="2694"/>
                  </a:lnTo>
                  <a:lnTo>
                    <a:pt x="342" y="2677"/>
                  </a:lnTo>
                  <a:cubicBezTo>
                    <a:pt x="315" y="2663"/>
                    <a:pt x="288" y="2658"/>
                    <a:pt x="262" y="2658"/>
                  </a:cubicBezTo>
                  <a:cubicBezTo>
                    <a:pt x="106" y="2658"/>
                    <a:pt x="6" y="2882"/>
                    <a:pt x="162" y="2986"/>
                  </a:cubicBezTo>
                  <a:lnTo>
                    <a:pt x="462" y="3158"/>
                  </a:lnTo>
                  <a:cubicBezTo>
                    <a:pt x="488" y="3175"/>
                    <a:pt x="514" y="3183"/>
                    <a:pt x="548" y="3183"/>
                  </a:cubicBezTo>
                  <a:lnTo>
                    <a:pt x="548" y="3175"/>
                  </a:lnTo>
                  <a:cubicBezTo>
                    <a:pt x="643" y="3175"/>
                    <a:pt x="729" y="3098"/>
                    <a:pt x="729" y="3003"/>
                  </a:cubicBezTo>
                  <a:lnTo>
                    <a:pt x="729" y="348"/>
                  </a:lnTo>
                  <a:cubicBezTo>
                    <a:pt x="729" y="280"/>
                    <a:pt x="694" y="228"/>
                    <a:pt x="634" y="194"/>
                  </a:cubicBezTo>
                  <a:lnTo>
                    <a:pt x="342" y="22"/>
                  </a:lnTo>
                  <a:cubicBezTo>
                    <a:pt x="312" y="7"/>
                    <a:pt x="283" y="0"/>
                    <a:pt x="2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70" name="Google Shape;370;p26"/>
          <p:cNvGrpSpPr/>
          <p:nvPr/>
        </p:nvGrpSpPr>
        <p:grpSpPr>
          <a:xfrm>
            <a:off x="4378461" y="1529052"/>
            <a:ext cx="387099" cy="353207"/>
            <a:chOff x="1989911" y="2306065"/>
            <a:chExt cx="387099" cy="353207"/>
          </a:xfrm>
        </p:grpSpPr>
        <p:sp>
          <p:nvSpPr>
            <p:cNvPr id="371" name="Google Shape;371;p26"/>
            <p:cNvSpPr/>
            <p:nvPr/>
          </p:nvSpPr>
          <p:spPr>
            <a:xfrm>
              <a:off x="2110003" y="2555181"/>
              <a:ext cx="146916" cy="88775"/>
            </a:xfrm>
            <a:custGeom>
              <a:rect b="b" l="l" r="r" t="t"/>
              <a:pathLst>
                <a:path extrusionOk="0" h="3379" w="5592">
                  <a:moveTo>
                    <a:pt x="2796" y="1"/>
                  </a:moveTo>
                  <a:lnTo>
                    <a:pt x="576" y="986"/>
                  </a:lnTo>
                  <a:lnTo>
                    <a:pt x="1" y="2879"/>
                  </a:lnTo>
                  <a:lnTo>
                    <a:pt x="1298" y="3108"/>
                  </a:lnTo>
                  <a:lnTo>
                    <a:pt x="2865" y="3379"/>
                  </a:lnTo>
                  <a:lnTo>
                    <a:pt x="5591" y="2879"/>
                  </a:lnTo>
                  <a:lnTo>
                    <a:pt x="5238" y="1714"/>
                  </a:lnTo>
                  <a:lnTo>
                    <a:pt x="5016" y="986"/>
                  </a:lnTo>
                  <a:lnTo>
                    <a:pt x="2796" y="1"/>
                  </a:ln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26"/>
            <p:cNvSpPr/>
            <p:nvPr/>
          </p:nvSpPr>
          <p:spPr>
            <a:xfrm>
              <a:off x="2110003" y="2555181"/>
              <a:ext cx="137615" cy="81681"/>
            </a:xfrm>
            <a:custGeom>
              <a:rect b="b" l="l" r="r" t="t"/>
              <a:pathLst>
                <a:path extrusionOk="0" h="3109" w="5238">
                  <a:moveTo>
                    <a:pt x="2796" y="1"/>
                  </a:moveTo>
                  <a:lnTo>
                    <a:pt x="583" y="986"/>
                  </a:lnTo>
                  <a:lnTo>
                    <a:pt x="1" y="2879"/>
                  </a:lnTo>
                  <a:lnTo>
                    <a:pt x="1298" y="3108"/>
                  </a:lnTo>
                  <a:lnTo>
                    <a:pt x="1561" y="1714"/>
                  </a:lnTo>
                  <a:lnTo>
                    <a:pt x="5238" y="1714"/>
                  </a:lnTo>
                  <a:lnTo>
                    <a:pt x="5016" y="986"/>
                  </a:lnTo>
                  <a:lnTo>
                    <a:pt x="2796" y="1"/>
                  </a:ln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26"/>
            <p:cNvSpPr/>
            <p:nvPr/>
          </p:nvSpPr>
          <p:spPr>
            <a:xfrm>
              <a:off x="1989911" y="2306065"/>
              <a:ext cx="387099" cy="275021"/>
            </a:xfrm>
            <a:custGeom>
              <a:rect b="b" l="l" r="r" t="t"/>
              <a:pathLst>
                <a:path extrusionOk="0" h="10468" w="14734">
                  <a:moveTo>
                    <a:pt x="1215" y="1"/>
                  </a:moveTo>
                  <a:cubicBezTo>
                    <a:pt x="542" y="1"/>
                    <a:pt x="1" y="549"/>
                    <a:pt x="1" y="1222"/>
                  </a:cubicBezTo>
                  <a:lnTo>
                    <a:pt x="1" y="9247"/>
                  </a:lnTo>
                  <a:cubicBezTo>
                    <a:pt x="1" y="9920"/>
                    <a:pt x="542" y="10468"/>
                    <a:pt x="1215" y="10468"/>
                  </a:cubicBezTo>
                  <a:lnTo>
                    <a:pt x="13513" y="10468"/>
                  </a:lnTo>
                  <a:cubicBezTo>
                    <a:pt x="14185" y="10468"/>
                    <a:pt x="14733" y="9920"/>
                    <a:pt x="14733" y="9247"/>
                  </a:cubicBezTo>
                  <a:lnTo>
                    <a:pt x="14733" y="1222"/>
                  </a:lnTo>
                  <a:cubicBezTo>
                    <a:pt x="14733" y="549"/>
                    <a:pt x="14185" y="1"/>
                    <a:pt x="13513" y="1"/>
                  </a:cubicBezTo>
                  <a:close/>
                </a:path>
              </a:pathLst>
            </a:custGeom>
            <a:solidFill>
              <a:srgbClr val="A5B7C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26"/>
            <p:cNvSpPr/>
            <p:nvPr/>
          </p:nvSpPr>
          <p:spPr>
            <a:xfrm>
              <a:off x="2021438" y="2337723"/>
              <a:ext cx="324045" cy="193628"/>
            </a:xfrm>
            <a:custGeom>
              <a:rect b="b" l="l" r="r" t="t"/>
              <a:pathLst>
                <a:path extrusionOk="0" h="7370" w="12334">
                  <a:moveTo>
                    <a:pt x="12320" y="1"/>
                  </a:moveTo>
                  <a:cubicBezTo>
                    <a:pt x="12318" y="1"/>
                    <a:pt x="12315" y="2"/>
                    <a:pt x="12313" y="3"/>
                  </a:cubicBezTo>
                  <a:lnTo>
                    <a:pt x="15" y="3"/>
                  </a:lnTo>
                  <a:cubicBezTo>
                    <a:pt x="8" y="3"/>
                    <a:pt x="1" y="10"/>
                    <a:pt x="1" y="17"/>
                  </a:cubicBezTo>
                  <a:lnTo>
                    <a:pt x="1" y="7369"/>
                  </a:lnTo>
                  <a:lnTo>
                    <a:pt x="12333" y="7369"/>
                  </a:lnTo>
                  <a:lnTo>
                    <a:pt x="12333" y="17"/>
                  </a:lnTo>
                  <a:cubicBezTo>
                    <a:pt x="12333" y="11"/>
                    <a:pt x="12329" y="1"/>
                    <a:pt x="12320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26"/>
            <p:cNvSpPr/>
            <p:nvPr/>
          </p:nvSpPr>
          <p:spPr>
            <a:xfrm>
              <a:off x="2327224" y="2337776"/>
              <a:ext cx="18259" cy="193576"/>
            </a:xfrm>
            <a:custGeom>
              <a:rect b="b" l="l" r="r" t="t"/>
              <a:pathLst>
                <a:path extrusionOk="0" h="7368" w="695">
                  <a:moveTo>
                    <a:pt x="1" y="1"/>
                  </a:moveTo>
                  <a:cubicBezTo>
                    <a:pt x="1" y="8"/>
                    <a:pt x="1" y="8"/>
                    <a:pt x="1" y="15"/>
                  </a:cubicBezTo>
                  <a:lnTo>
                    <a:pt x="1" y="7367"/>
                  </a:lnTo>
                  <a:lnTo>
                    <a:pt x="694" y="7367"/>
                  </a:lnTo>
                  <a:lnTo>
                    <a:pt x="694" y="15"/>
                  </a:lnTo>
                  <a:cubicBezTo>
                    <a:pt x="694" y="8"/>
                    <a:pt x="694" y="8"/>
                    <a:pt x="694" y="1"/>
                  </a:cubicBezTo>
                  <a:close/>
                </a:path>
              </a:pathLst>
            </a:custGeom>
            <a:solidFill>
              <a:srgbClr val="213B5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26"/>
            <p:cNvSpPr/>
            <p:nvPr/>
          </p:nvSpPr>
          <p:spPr>
            <a:xfrm>
              <a:off x="2069543" y="2630819"/>
              <a:ext cx="227651" cy="28453"/>
            </a:xfrm>
            <a:custGeom>
              <a:rect b="b" l="l" r="r" t="t"/>
              <a:pathLst>
                <a:path extrusionOk="0" h="1083" w="8665">
                  <a:moveTo>
                    <a:pt x="542" y="0"/>
                  </a:moveTo>
                  <a:cubicBezTo>
                    <a:pt x="244" y="0"/>
                    <a:pt x="1" y="243"/>
                    <a:pt x="1" y="541"/>
                  </a:cubicBezTo>
                  <a:cubicBezTo>
                    <a:pt x="1" y="839"/>
                    <a:pt x="244" y="1082"/>
                    <a:pt x="542" y="1082"/>
                  </a:cubicBezTo>
                  <a:lnTo>
                    <a:pt x="8123" y="1082"/>
                  </a:lnTo>
                  <a:cubicBezTo>
                    <a:pt x="8421" y="1082"/>
                    <a:pt x="8664" y="839"/>
                    <a:pt x="8664" y="541"/>
                  </a:cubicBezTo>
                  <a:cubicBezTo>
                    <a:pt x="8664" y="243"/>
                    <a:pt x="8421" y="0"/>
                    <a:pt x="8123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26"/>
            <p:cNvSpPr/>
            <p:nvPr/>
          </p:nvSpPr>
          <p:spPr>
            <a:xfrm>
              <a:off x="2175237" y="2549191"/>
              <a:ext cx="14975" cy="11849"/>
            </a:xfrm>
            <a:custGeom>
              <a:rect b="b" l="l" r="r" t="t"/>
              <a:pathLst>
                <a:path extrusionOk="0" h="451" w="570">
                  <a:moveTo>
                    <a:pt x="312" y="0"/>
                  </a:moveTo>
                  <a:cubicBezTo>
                    <a:pt x="266" y="0"/>
                    <a:pt x="218" y="15"/>
                    <a:pt x="174" y="48"/>
                  </a:cubicBezTo>
                  <a:cubicBezTo>
                    <a:pt x="1" y="180"/>
                    <a:pt x="91" y="451"/>
                    <a:pt x="313" y="451"/>
                  </a:cubicBezTo>
                  <a:cubicBezTo>
                    <a:pt x="410" y="451"/>
                    <a:pt x="500" y="381"/>
                    <a:pt x="528" y="284"/>
                  </a:cubicBezTo>
                  <a:cubicBezTo>
                    <a:pt x="570" y="129"/>
                    <a:pt x="448" y="0"/>
                    <a:pt x="312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78" name="Google Shape;378;p26"/>
          <p:cNvGrpSpPr/>
          <p:nvPr/>
        </p:nvGrpSpPr>
        <p:grpSpPr>
          <a:xfrm>
            <a:off x="6328171" y="3304543"/>
            <a:ext cx="314166" cy="337680"/>
            <a:chOff x="2508373" y="2779889"/>
            <a:chExt cx="337523" cy="337680"/>
          </a:xfrm>
        </p:grpSpPr>
        <p:sp>
          <p:nvSpPr>
            <p:cNvPr id="379" name="Google Shape;379;p26"/>
            <p:cNvSpPr/>
            <p:nvPr/>
          </p:nvSpPr>
          <p:spPr>
            <a:xfrm>
              <a:off x="2508373" y="2779889"/>
              <a:ext cx="256971" cy="256971"/>
            </a:xfrm>
            <a:custGeom>
              <a:rect b="b" l="l" r="r" t="t"/>
              <a:pathLst>
                <a:path extrusionOk="0" h="9781" w="9781">
                  <a:moveTo>
                    <a:pt x="4585" y="0"/>
                  </a:moveTo>
                  <a:cubicBezTo>
                    <a:pt x="4377" y="0"/>
                    <a:pt x="4190" y="153"/>
                    <a:pt x="4155" y="354"/>
                  </a:cubicBezTo>
                  <a:lnTo>
                    <a:pt x="3933" y="1464"/>
                  </a:lnTo>
                  <a:cubicBezTo>
                    <a:pt x="3656" y="1540"/>
                    <a:pt x="3392" y="1651"/>
                    <a:pt x="3149" y="1790"/>
                  </a:cubicBezTo>
                  <a:lnTo>
                    <a:pt x="2213" y="1165"/>
                  </a:lnTo>
                  <a:cubicBezTo>
                    <a:pt x="2138" y="1116"/>
                    <a:pt x="2053" y="1092"/>
                    <a:pt x="1969" y="1092"/>
                  </a:cubicBezTo>
                  <a:cubicBezTo>
                    <a:pt x="1852" y="1092"/>
                    <a:pt x="1736" y="1139"/>
                    <a:pt x="1651" y="1228"/>
                  </a:cubicBezTo>
                  <a:lnTo>
                    <a:pt x="1221" y="1658"/>
                  </a:lnTo>
                  <a:cubicBezTo>
                    <a:pt x="1068" y="1803"/>
                    <a:pt x="1048" y="2039"/>
                    <a:pt x="1166" y="2220"/>
                  </a:cubicBezTo>
                  <a:lnTo>
                    <a:pt x="1790" y="3156"/>
                  </a:lnTo>
                  <a:cubicBezTo>
                    <a:pt x="1651" y="3399"/>
                    <a:pt x="1547" y="3662"/>
                    <a:pt x="1471" y="3940"/>
                  </a:cubicBezTo>
                  <a:lnTo>
                    <a:pt x="361" y="4162"/>
                  </a:lnTo>
                  <a:cubicBezTo>
                    <a:pt x="153" y="4196"/>
                    <a:pt x="7" y="4384"/>
                    <a:pt x="0" y="4592"/>
                  </a:cubicBezTo>
                  <a:lnTo>
                    <a:pt x="0" y="5202"/>
                  </a:lnTo>
                  <a:cubicBezTo>
                    <a:pt x="7" y="5410"/>
                    <a:pt x="153" y="5591"/>
                    <a:pt x="361" y="5632"/>
                  </a:cubicBezTo>
                  <a:lnTo>
                    <a:pt x="1471" y="5854"/>
                  </a:lnTo>
                  <a:cubicBezTo>
                    <a:pt x="1547" y="6125"/>
                    <a:pt x="1651" y="6388"/>
                    <a:pt x="1790" y="6638"/>
                  </a:cubicBezTo>
                  <a:lnTo>
                    <a:pt x="1166" y="7574"/>
                  </a:lnTo>
                  <a:cubicBezTo>
                    <a:pt x="1048" y="7748"/>
                    <a:pt x="1068" y="7984"/>
                    <a:pt x="1221" y="8136"/>
                  </a:cubicBezTo>
                  <a:lnTo>
                    <a:pt x="1651" y="8566"/>
                  </a:lnTo>
                  <a:cubicBezTo>
                    <a:pt x="1735" y="8650"/>
                    <a:pt x="1848" y="8692"/>
                    <a:pt x="1964" y="8692"/>
                  </a:cubicBezTo>
                  <a:cubicBezTo>
                    <a:pt x="2049" y="8692"/>
                    <a:pt x="2136" y="8669"/>
                    <a:pt x="2213" y="8622"/>
                  </a:cubicBezTo>
                  <a:lnTo>
                    <a:pt x="3156" y="7990"/>
                  </a:lnTo>
                  <a:cubicBezTo>
                    <a:pt x="3399" y="8129"/>
                    <a:pt x="3663" y="8233"/>
                    <a:pt x="3933" y="8310"/>
                  </a:cubicBezTo>
                  <a:lnTo>
                    <a:pt x="4155" y="9419"/>
                  </a:lnTo>
                  <a:cubicBezTo>
                    <a:pt x="4197" y="9627"/>
                    <a:pt x="4377" y="9773"/>
                    <a:pt x="4592" y="9780"/>
                  </a:cubicBezTo>
                  <a:lnTo>
                    <a:pt x="5195" y="9780"/>
                  </a:lnTo>
                  <a:cubicBezTo>
                    <a:pt x="5404" y="9773"/>
                    <a:pt x="5591" y="9627"/>
                    <a:pt x="5632" y="9419"/>
                  </a:cubicBezTo>
                  <a:lnTo>
                    <a:pt x="5854" y="8310"/>
                  </a:lnTo>
                  <a:cubicBezTo>
                    <a:pt x="6125" y="8233"/>
                    <a:pt x="6389" y="8129"/>
                    <a:pt x="6631" y="7990"/>
                  </a:cubicBezTo>
                  <a:lnTo>
                    <a:pt x="7568" y="8615"/>
                  </a:lnTo>
                  <a:cubicBezTo>
                    <a:pt x="7644" y="8664"/>
                    <a:pt x="7730" y="8688"/>
                    <a:pt x="7814" y="8688"/>
                  </a:cubicBezTo>
                  <a:cubicBezTo>
                    <a:pt x="7931" y="8688"/>
                    <a:pt x="8045" y="8643"/>
                    <a:pt x="8129" y="8559"/>
                  </a:cubicBezTo>
                  <a:lnTo>
                    <a:pt x="8560" y="8129"/>
                  </a:lnTo>
                  <a:cubicBezTo>
                    <a:pt x="8712" y="7984"/>
                    <a:pt x="8733" y="7748"/>
                    <a:pt x="8615" y="7567"/>
                  </a:cubicBezTo>
                  <a:lnTo>
                    <a:pt x="7991" y="6631"/>
                  </a:lnTo>
                  <a:cubicBezTo>
                    <a:pt x="8129" y="6381"/>
                    <a:pt x="8234" y="6118"/>
                    <a:pt x="8310" y="5847"/>
                  </a:cubicBezTo>
                  <a:lnTo>
                    <a:pt x="9420" y="5625"/>
                  </a:lnTo>
                  <a:cubicBezTo>
                    <a:pt x="9628" y="5584"/>
                    <a:pt x="9773" y="5403"/>
                    <a:pt x="9780" y="5195"/>
                  </a:cubicBezTo>
                  <a:lnTo>
                    <a:pt x="9780" y="4585"/>
                  </a:lnTo>
                  <a:cubicBezTo>
                    <a:pt x="9780" y="4377"/>
                    <a:pt x="9628" y="4189"/>
                    <a:pt x="9420" y="4148"/>
                  </a:cubicBezTo>
                  <a:lnTo>
                    <a:pt x="8310" y="3926"/>
                  </a:lnTo>
                  <a:cubicBezTo>
                    <a:pt x="8234" y="3655"/>
                    <a:pt x="8129" y="3392"/>
                    <a:pt x="7991" y="3149"/>
                  </a:cubicBezTo>
                  <a:lnTo>
                    <a:pt x="8615" y="2206"/>
                  </a:lnTo>
                  <a:cubicBezTo>
                    <a:pt x="8733" y="2032"/>
                    <a:pt x="8712" y="1796"/>
                    <a:pt x="8560" y="1644"/>
                  </a:cubicBezTo>
                  <a:lnTo>
                    <a:pt x="8129" y="1221"/>
                  </a:lnTo>
                  <a:cubicBezTo>
                    <a:pt x="8046" y="1134"/>
                    <a:pt x="7934" y="1090"/>
                    <a:pt x="7821" y="1090"/>
                  </a:cubicBezTo>
                  <a:cubicBezTo>
                    <a:pt x="7735" y="1090"/>
                    <a:pt x="7649" y="1115"/>
                    <a:pt x="7575" y="1165"/>
                  </a:cubicBezTo>
                  <a:lnTo>
                    <a:pt x="6631" y="1790"/>
                  </a:lnTo>
                  <a:cubicBezTo>
                    <a:pt x="6389" y="1651"/>
                    <a:pt x="6125" y="1540"/>
                    <a:pt x="5854" y="1464"/>
                  </a:cubicBezTo>
                  <a:lnTo>
                    <a:pt x="5626" y="354"/>
                  </a:lnTo>
                  <a:cubicBezTo>
                    <a:pt x="5584" y="153"/>
                    <a:pt x="5404" y="0"/>
                    <a:pt x="5195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26"/>
            <p:cNvSpPr/>
            <p:nvPr/>
          </p:nvSpPr>
          <p:spPr>
            <a:xfrm>
              <a:off x="2561391" y="2852034"/>
              <a:ext cx="131783" cy="112814"/>
            </a:xfrm>
            <a:custGeom>
              <a:rect b="b" l="l" r="r" t="t"/>
              <a:pathLst>
                <a:path extrusionOk="0" h="4294" w="5016">
                  <a:moveTo>
                    <a:pt x="2872" y="1"/>
                  </a:moveTo>
                  <a:cubicBezTo>
                    <a:pt x="958" y="1"/>
                    <a:pt x="1" y="2310"/>
                    <a:pt x="1353" y="3663"/>
                  </a:cubicBezTo>
                  <a:cubicBezTo>
                    <a:pt x="1791" y="4098"/>
                    <a:pt x="2328" y="4293"/>
                    <a:pt x="2855" y="4293"/>
                  </a:cubicBezTo>
                  <a:cubicBezTo>
                    <a:pt x="3958" y="4293"/>
                    <a:pt x="5016" y="3439"/>
                    <a:pt x="5016" y="2144"/>
                  </a:cubicBezTo>
                  <a:cubicBezTo>
                    <a:pt x="5016" y="958"/>
                    <a:pt x="4058" y="1"/>
                    <a:pt x="2872" y="1"/>
                  </a:cubicBezTo>
                  <a:close/>
                </a:path>
              </a:pathLst>
            </a:custGeom>
            <a:solidFill>
              <a:srgbClr val="DEE5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26"/>
            <p:cNvSpPr/>
            <p:nvPr/>
          </p:nvSpPr>
          <p:spPr>
            <a:xfrm>
              <a:off x="2599302" y="2880277"/>
              <a:ext cx="65629" cy="56223"/>
            </a:xfrm>
            <a:custGeom>
              <a:rect b="b" l="l" r="r" t="t"/>
              <a:pathLst>
                <a:path extrusionOk="0" h="2140" w="2498">
                  <a:moveTo>
                    <a:pt x="1429" y="1"/>
                  </a:moveTo>
                  <a:cubicBezTo>
                    <a:pt x="479" y="1"/>
                    <a:pt x="0" y="1152"/>
                    <a:pt x="673" y="1825"/>
                  </a:cubicBezTo>
                  <a:cubicBezTo>
                    <a:pt x="891" y="2042"/>
                    <a:pt x="1158" y="2140"/>
                    <a:pt x="1420" y="2140"/>
                  </a:cubicBezTo>
                  <a:cubicBezTo>
                    <a:pt x="1970" y="2140"/>
                    <a:pt x="2497" y="1712"/>
                    <a:pt x="2497" y="1069"/>
                  </a:cubicBezTo>
                  <a:cubicBezTo>
                    <a:pt x="2497" y="479"/>
                    <a:pt x="2019" y="1"/>
                    <a:pt x="1429" y="1"/>
                  </a:cubicBezTo>
                  <a:close/>
                </a:path>
              </a:pathLst>
            </a:custGeom>
            <a:solidFill>
              <a:srgbClr val="869FB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26"/>
            <p:cNvSpPr/>
            <p:nvPr/>
          </p:nvSpPr>
          <p:spPr>
            <a:xfrm>
              <a:off x="2677121" y="2948611"/>
              <a:ext cx="168775" cy="168958"/>
            </a:xfrm>
            <a:custGeom>
              <a:rect b="b" l="l" r="r" t="t"/>
              <a:pathLst>
                <a:path extrusionOk="0" h="6431" w="6424">
                  <a:moveTo>
                    <a:pt x="3017" y="1"/>
                  </a:moveTo>
                  <a:cubicBezTo>
                    <a:pt x="2879" y="1"/>
                    <a:pt x="2754" y="98"/>
                    <a:pt x="2733" y="237"/>
                  </a:cubicBezTo>
                  <a:lnTo>
                    <a:pt x="2587" y="965"/>
                  </a:lnTo>
                  <a:cubicBezTo>
                    <a:pt x="2407" y="1014"/>
                    <a:pt x="2234" y="1090"/>
                    <a:pt x="2067" y="1180"/>
                  </a:cubicBezTo>
                  <a:lnTo>
                    <a:pt x="1450" y="764"/>
                  </a:lnTo>
                  <a:cubicBezTo>
                    <a:pt x="1404" y="733"/>
                    <a:pt x="1350" y="718"/>
                    <a:pt x="1296" y="718"/>
                  </a:cubicBezTo>
                  <a:cubicBezTo>
                    <a:pt x="1218" y="718"/>
                    <a:pt x="1139" y="748"/>
                    <a:pt x="1082" y="805"/>
                  </a:cubicBezTo>
                  <a:lnTo>
                    <a:pt x="805" y="1083"/>
                  </a:lnTo>
                  <a:cubicBezTo>
                    <a:pt x="701" y="1180"/>
                    <a:pt x="687" y="1340"/>
                    <a:pt x="763" y="1451"/>
                  </a:cubicBezTo>
                  <a:lnTo>
                    <a:pt x="1179" y="2068"/>
                  </a:lnTo>
                  <a:cubicBezTo>
                    <a:pt x="1089" y="2234"/>
                    <a:pt x="1013" y="2408"/>
                    <a:pt x="964" y="2588"/>
                  </a:cubicBezTo>
                  <a:lnTo>
                    <a:pt x="236" y="2734"/>
                  </a:lnTo>
                  <a:cubicBezTo>
                    <a:pt x="97" y="2761"/>
                    <a:pt x="0" y="2879"/>
                    <a:pt x="0" y="3018"/>
                  </a:cubicBezTo>
                  <a:lnTo>
                    <a:pt x="0" y="3413"/>
                  </a:lnTo>
                  <a:cubicBezTo>
                    <a:pt x="0" y="3552"/>
                    <a:pt x="97" y="3670"/>
                    <a:pt x="236" y="3698"/>
                  </a:cubicBezTo>
                  <a:lnTo>
                    <a:pt x="964" y="3844"/>
                  </a:lnTo>
                  <a:cubicBezTo>
                    <a:pt x="1013" y="4024"/>
                    <a:pt x="1089" y="4197"/>
                    <a:pt x="1179" y="4364"/>
                  </a:cubicBezTo>
                  <a:lnTo>
                    <a:pt x="763" y="4981"/>
                  </a:lnTo>
                  <a:cubicBezTo>
                    <a:pt x="687" y="5092"/>
                    <a:pt x="701" y="5252"/>
                    <a:pt x="805" y="5349"/>
                  </a:cubicBezTo>
                  <a:lnTo>
                    <a:pt x="1082" y="5626"/>
                  </a:lnTo>
                  <a:cubicBezTo>
                    <a:pt x="1139" y="5683"/>
                    <a:pt x="1218" y="5714"/>
                    <a:pt x="1296" y="5714"/>
                  </a:cubicBezTo>
                  <a:cubicBezTo>
                    <a:pt x="1350" y="5714"/>
                    <a:pt x="1404" y="5699"/>
                    <a:pt x="1450" y="5668"/>
                  </a:cubicBezTo>
                  <a:lnTo>
                    <a:pt x="2067" y="5252"/>
                  </a:lnTo>
                  <a:cubicBezTo>
                    <a:pt x="2234" y="5342"/>
                    <a:pt x="2407" y="5418"/>
                    <a:pt x="2587" y="5467"/>
                  </a:cubicBezTo>
                  <a:lnTo>
                    <a:pt x="2733" y="6195"/>
                  </a:lnTo>
                  <a:cubicBezTo>
                    <a:pt x="2754" y="6334"/>
                    <a:pt x="2879" y="6431"/>
                    <a:pt x="3017" y="6431"/>
                  </a:cubicBezTo>
                  <a:lnTo>
                    <a:pt x="3413" y="6431"/>
                  </a:lnTo>
                  <a:cubicBezTo>
                    <a:pt x="3552" y="6431"/>
                    <a:pt x="3669" y="6334"/>
                    <a:pt x="3697" y="6195"/>
                  </a:cubicBezTo>
                  <a:lnTo>
                    <a:pt x="3843" y="5467"/>
                  </a:lnTo>
                  <a:cubicBezTo>
                    <a:pt x="4023" y="5418"/>
                    <a:pt x="4197" y="5342"/>
                    <a:pt x="4356" y="5252"/>
                  </a:cubicBezTo>
                  <a:lnTo>
                    <a:pt x="4980" y="5668"/>
                  </a:lnTo>
                  <a:cubicBezTo>
                    <a:pt x="5027" y="5697"/>
                    <a:pt x="5080" y="5711"/>
                    <a:pt x="5134" y="5711"/>
                  </a:cubicBezTo>
                  <a:cubicBezTo>
                    <a:pt x="5209" y="5711"/>
                    <a:pt x="5284" y="5683"/>
                    <a:pt x="5341" y="5626"/>
                  </a:cubicBezTo>
                  <a:lnTo>
                    <a:pt x="5625" y="5342"/>
                  </a:lnTo>
                  <a:cubicBezTo>
                    <a:pt x="5723" y="5245"/>
                    <a:pt x="5736" y="5092"/>
                    <a:pt x="5660" y="4974"/>
                  </a:cubicBezTo>
                  <a:lnTo>
                    <a:pt x="5251" y="4357"/>
                  </a:lnTo>
                  <a:cubicBezTo>
                    <a:pt x="5341" y="4190"/>
                    <a:pt x="5410" y="4024"/>
                    <a:pt x="5466" y="3844"/>
                  </a:cubicBezTo>
                  <a:lnTo>
                    <a:pt x="6194" y="3698"/>
                  </a:lnTo>
                  <a:cubicBezTo>
                    <a:pt x="6326" y="3670"/>
                    <a:pt x="6423" y="3552"/>
                    <a:pt x="6423" y="3413"/>
                  </a:cubicBezTo>
                  <a:lnTo>
                    <a:pt x="6423" y="3018"/>
                  </a:lnTo>
                  <a:cubicBezTo>
                    <a:pt x="6423" y="2879"/>
                    <a:pt x="6333" y="2761"/>
                    <a:pt x="6194" y="2734"/>
                  </a:cubicBezTo>
                  <a:lnTo>
                    <a:pt x="5466" y="2588"/>
                  </a:lnTo>
                  <a:cubicBezTo>
                    <a:pt x="5417" y="2408"/>
                    <a:pt x="5348" y="2234"/>
                    <a:pt x="5251" y="2068"/>
                  </a:cubicBezTo>
                  <a:lnTo>
                    <a:pt x="5667" y="1451"/>
                  </a:lnTo>
                  <a:cubicBezTo>
                    <a:pt x="5743" y="1340"/>
                    <a:pt x="5729" y="1180"/>
                    <a:pt x="5632" y="1083"/>
                  </a:cubicBezTo>
                  <a:lnTo>
                    <a:pt x="5348" y="805"/>
                  </a:lnTo>
                  <a:cubicBezTo>
                    <a:pt x="5291" y="748"/>
                    <a:pt x="5214" y="718"/>
                    <a:pt x="5137" y="718"/>
                  </a:cubicBezTo>
                  <a:cubicBezTo>
                    <a:pt x="5083" y="718"/>
                    <a:pt x="5029" y="733"/>
                    <a:pt x="4980" y="764"/>
                  </a:cubicBezTo>
                  <a:lnTo>
                    <a:pt x="4363" y="1180"/>
                  </a:lnTo>
                  <a:cubicBezTo>
                    <a:pt x="4197" y="1090"/>
                    <a:pt x="4030" y="1014"/>
                    <a:pt x="3850" y="965"/>
                  </a:cubicBezTo>
                  <a:lnTo>
                    <a:pt x="3704" y="237"/>
                  </a:lnTo>
                  <a:cubicBezTo>
                    <a:pt x="3676" y="98"/>
                    <a:pt x="3558" y="1"/>
                    <a:pt x="3420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26"/>
            <p:cNvSpPr/>
            <p:nvPr/>
          </p:nvSpPr>
          <p:spPr>
            <a:xfrm>
              <a:off x="2705180" y="2990910"/>
              <a:ext cx="98601" cy="84466"/>
            </a:xfrm>
            <a:custGeom>
              <a:rect b="b" l="l" r="r" t="t"/>
              <a:pathLst>
                <a:path extrusionOk="0" h="3215" w="3753">
                  <a:moveTo>
                    <a:pt x="2144" y="0"/>
                  </a:moveTo>
                  <a:cubicBezTo>
                    <a:pt x="715" y="0"/>
                    <a:pt x="0" y="1727"/>
                    <a:pt x="1013" y="2740"/>
                  </a:cubicBezTo>
                  <a:cubicBezTo>
                    <a:pt x="1341" y="3068"/>
                    <a:pt x="1743" y="3215"/>
                    <a:pt x="2138" y="3215"/>
                  </a:cubicBezTo>
                  <a:cubicBezTo>
                    <a:pt x="2963" y="3215"/>
                    <a:pt x="3753" y="2573"/>
                    <a:pt x="3753" y="1602"/>
                  </a:cubicBezTo>
                  <a:cubicBezTo>
                    <a:pt x="3753" y="721"/>
                    <a:pt x="3031" y="0"/>
                    <a:pt x="2144" y="0"/>
                  </a:cubicBezTo>
                  <a:close/>
                </a:path>
              </a:pathLst>
            </a:custGeom>
            <a:solidFill>
              <a:srgbClr val="BAC2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26"/>
            <p:cNvSpPr/>
            <p:nvPr/>
          </p:nvSpPr>
          <p:spPr>
            <a:xfrm>
              <a:off x="2727774" y="3007856"/>
              <a:ext cx="59061" cy="50601"/>
            </a:xfrm>
            <a:custGeom>
              <a:rect b="b" l="l" r="r" t="t"/>
              <a:pathLst>
                <a:path extrusionOk="0" h="1926" w="2248">
                  <a:moveTo>
                    <a:pt x="1284" y="0"/>
                  </a:moveTo>
                  <a:cubicBezTo>
                    <a:pt x="430" y="0"/>
                    <a:pt x="0" y="1034"/>
                    <a:pt x="604" y="1644"/>
                  </a:cubicBezTo>
                  <a:cubicBezTo>
                    <a:pt x="801" y="1839"/>
                    <a:pt x="1041" y="1926"/>
                    <a:pt x="1277" y="1926"/>
                  </a:cubicBezTo>
                  <a:cubicBezTo>
                    <a:pt x="1773" y="1926"/>
                    <a:pt x="2248" y="1540"/>
                    <a:pt x="2248" y="957"/>
                  </a:cubicBezTo>
                  <a:cubicBezTo>
                    <a:pt x="2248" y="430"/>
                    <a:pt x="1818" y="0"/>
                    <a:pt x="1284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85" name="Google Shape;385;p26"/>
          <p:cNvGrpSpPr/>
          <p:nvPr/>
        </p:nvGrpSpPr>
        <p:grpSpPr>
          <a:xfrm>
            <a:off x="7223797" y="1541076"/>
            <a:ext cx="357661" cy="311155"/>
            <a:chOff x="871534" y="4300588"/>
            <a:chExt cx="357661" cy="311155"/>
          </a:xfrm>
        </p:grpSpPr>
        <p:sp>
          <p:nvSpPr>
            <p:cNvPr id="386" name="Google Shape;386;p26"/>
            <p:cNvSpPr/>
            <p:nvPr/>
          </p:nvSpPr>
          <p:spPr>
            <a:xfrm>
              <a:off x="992672" y="4300588"/>
              <a:ext cx="115386" cy="62368"/>
            </a:xfrm>
            <a:custGeom>
              <a:rect b="b" l="l" r="r" t="t"/>
              <a:pathLst>
                <a:path extrusionOk="0" h="2375" w="4394">
                  <a:moveTo>
                    <a:pt x="1197" y="1"/>
                  </a:moveTo>
                  <a:cubicBezTo>
                    <a:pt x="785" y="1"/>
                    <a:pt x="422" y="298"/>
                    <a:pt x="335" y="709"/>
                  </a:cubicBezTo>
                  <a:lnTo>
                    <a:pt x="1" y="2374"/>
                  </a:lnTo>
                  <a:lnTo>
                    <a:pt x="450" y="2374"/>
                  </a:lnTo>
                  <a:lnTo>
                    <a:pt x="766" y="996"/>
                  </a:lnTo>
                  <a:cubicBezTo>
                    <a:pt x="812" y="802"/>
                    <a:pt x="975" y="661"/>
                    <a:pt x="1177" y="661"/>
                  </a:cubicBezTo>
                  <a:cubicBezTo>
                    <a:pt x="1184" y="661"/>
                    <a:pt x="1190" y="661"/>
                    <a:pt x="1197" y="661"/>
                  </a:cubicBezTo>
                  <a:lnTo>
                    <a:pt x="3207" y="661"/>
                  </a:lnTo>
                  <a:cubicBezTo>
                    <a:pt x="3408" y="661"/>
                    <a:pt x="3589" y="795"/>
                    <a:pt x="3637" y="996"/>
                  </a:cubicBezTo>
                  <a:lnTo>
                    <a:pt x="3943" y="2374"/>
                  </a:lnTo>
                  <a:lnTo>
                    <a:pt x="4393" y="2374"/>
                  </a:lnTo>
                  <a:lnTo>
                    <a:pt x="4058" y="709"/>
                  </a:lnTo>
                  <a:cubicBezTo>
                    <a:pt x="3972" y="298"/>
                    <a:pt x="3609" y="1"/>
                    <a:pt x="3197" y="1"/>
                  </a:cubicBezTo>
                  <a:close/>
                </a:path>
              </a:pathLst>
            </a:custGeom>
            <a:solidFill>
              <a:srgbClr val="657A8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26"/>
            <p:cNvSpPr/>
            <p:nvPr/>
          </p:nvSpPr>
          <p:spPr>
            <a:xfrm>
              <a:off x="883089" y="4473510"/>
              <a:ext cx="334526" cy="138233"/>
            </a:xfrm>
            <a:custGeom>
              <a:rect b="b" l="l" r="r" t="t"/>
              <a:pathLst>
                <a:path extrusionOk="0" h="5264" w="12739">
                  <a:moveTo>
                    <a:pt x="1" y="0"/>
                  </a:moveTo>
                  <a:lnTo>
                    <a:pt x="1" y="4613"/>
                  </a:lnTo>
                  <a:cubicBezTo>
                    <a:pt x="1" y="4977"/>
                    <a:pt x="298" y="5264"/>
                    <a:pt x="661" y="5264"/>
                  </a:cubicBezTo>
                  <a:lnTo>
                    <a:pt x="12079" y="5264"/>
                  </a:lnTo>
                  <a:cubicBezTo>
                    <a:pt x="12442" y="5264"/>
                    <a:pt x="12739" y="4977"/>
                    <a:pt x="12739" y="4613"/>
                  </a:cubicBezTo>
                  <a:lnTo>
                    <a:pt x="12739" y="0"/>
                  </a:lnTo>
                  <a:close/>
                </a:path>
              </a:pathLst>
            </a:custGeom>
            <a:solidFill>
              <a:srgbClr val="657A8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26"/>
            <p:cNvSpPr/>
            <p:nvPr/>
          </p:nvSpPr>
          <p:spPr>
            <a:xfrm>
              <a:off x="883089" y="4473248"/>
              <a:ext cx="334526" cy="138495"/>
            </a:xfrm>
            <a:custGeom>
              <a:rect b="b" l="l" r="r" t="t"/>
              <a:pathLst>
                <a:path extrusionOk="0" h="5274" w="12739">
                  <a:moveTo>
                    <a:pt x="1" y="1"/>
                  </a:moveTo>
                  <a:lnTo>
                    <a:pt x="1" y="4614"/>
                  </a:lnTo>
                  <a:cubicBezTo>
                    <a:pt x="1" y="4977"/>
                    <a:pt x="298" y="5274"/>
                    <a:pt x="661" y="5274"/>
                  </a:cubicBezTo>
                  <a:lnTo>
                    <a:pt x="12079" y="5274"/>
                  </a:lnTo>
                  <a:cubicBezTo>
                    <a:pt x="12442" y="5274"/>
                    <a:pt x="12739" y="4977"/>
                    <a:pt x="12739" y="4614"/>
                  </a:cubicBezTo>
                  <a:lnTo>
                    <a:pt x="12739" y="4393"/>
                  </a:lnTo>
                  <a:lnTo>
                    <a:pt x="1762" y="4393"/>
                  </a:lnTo>
                  <a:cubicBezTo>
                    <a:pt x="1274" y="4393"/>
                    <a:pt x="881" y="4001"/>
                    <a:pt x="881" y="3523"/>
                  </a:cubicBezTo>
                  <a:lnTo>
                    <a:pt x="881" y="1982"/>
                  </a:lnTo>
                  <a:cubicBezTo>
                    <a:pt x="881" y="1858"/>
                    <a:pt x="979" y="1759"/>
                    <a:pt x="1091" y="1759"/>
                  </a:cubicBezTo>
                  <a:cubicBezTo>
                    <a:pt x="1101" y="1759"/>
                    <a:pt x="1111" y="1760"/>
                    <a:pt x="1121" y="1762"/>
                  </a:cubicBezTo>
                  <a:lnTo>
                    <a:pt x="11428" y="1762"/>
                  </a:lnTo>
                  <a:cubicBezTo>
                    <a:pt x="11897" y="1762"/>
                    <a:pt x="12356" y="1608"/>
                    <a:pt x="12739" y="1321"/>
                  </a:cubicBezTo>
                  <a:lnTo>
                    <a:pt x="12739" y="1"/>
                  </a:lnTo>
                  <a:close/>
                </a:path>
              </a:pathLst>
            </a:custGeom>
            <a:solidFill>
              <a:srgbClr val="657A8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26"/>
            <p:cNvSpPr/>
            <p:nvPr/>
          </p:nvSpPr>
          <p:spPr>
            <a:xfrm>
              <a:off x="871534" y="4358150"/>
              <a:ext cx="357661" cy="149813"/>
            </a:xfrm>
            <a:custGeom>
              <a:rect b="b" l="l" r="r" t="t"/>
              <a:pathLst>
                <a:path extrusionOk="0" h="5705" w="13620">
                  <a:moveTo>
                    <a:pt x="12756" y="0"/>
                  </a:moveTo>
                  <a:cubicBezTo>
                    <a:pt x="12750" y="0"/>
                    <a:pt x="12744" y="0"/>
                    <a:pt x="12739" y="0"/>
                  </a:cubicBezTo>
                  <a:lnTo>
                    <a:pt x="881" y="0"/>
                  </a:lnTo>
                  <a:cubicBezTo>
                    <a:pt x="393" y="0"/>
                    <a:pt x="1" y="393"/>
                    <a:pt x="10" y="881"/>
                  </a:cubicBezTo>
                  <a:lnTo>
                    <a:pt x="10" y="3953"/>
                  </a:lnTo>
                  <a:cubicBezTo>
                    <a:pt x="1" y="4920"/>
                    <a:pt x="795" y="5704"/>
                    <a:pt x="1762" y="5704"/>
                  </a:cubicBezTo>
                  <a:lnTo>
                    <a:pt x="11868" y="5704"/>
                  </a:lnTo>
                  <a:cubicBezTo>
                    <a:pt x="12834" y="5704"/>
                    <a:pt x="13619" y="4920"/>
                    <a:pt x="13619" y="3953"/>
                  </a:cubicBezTo>
                  <a:lnTo>
                    <a:pt x="13619" y="881"/>
                  </a:lnTo>
                  <a:cubicBezTo>
                    <a:pt x="13619" y="399"/>
                    <a:pt x="13236" y="0"/>
                    <a:pt x="12756" y="0"/>
                  </a:cubicBezTo>
                  <a:close/>
                </a:path>
              </a:pathLst>
            </a:custGeom>
            <a:solidFill>
              <a:srgbClr val="96AB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26"/>
            <p:cNvSpPr/>
            <p:nvPr/>
          </p:nvSpPr>
          <p:spPr>
            <a:xfrm>
              <a:off x="900446" y="4358150"/>
              <a:ext cx="299837" cy="17358"/>
            </a:xfrm>
            <a:custGeom>
              <a:rect b="b" l="l" r="r" t="t"/>
              <a:pathLst>
                <a:path extrusionOk="0" h="661" w="11418">
                  <a:moveTo>
                    <a:pt x="326" y="0"/>
                  </a:moveTo>
                  <a:cubicBezTo>
                    <a:pt x="144" y="0"/>
                    <a:pt x="0" y="144"/>
                    <a:pt x="0" y="326"/>
                  </a:cubicBezTo>
                  <a:cubicBezTo>
                    <a:pt x="0" y="508"/>
                    <a:pt x="144" y="661"/>
                    <a:pt x="326" y="661"/>
                  </a:cubicBezTo>
                  <a:lnTo>
                    <a:pt x="11092" y="661"/>
                  </a:lnTo>
                  <a:cubicBezTo>
                    <a:pt x="11274" y="661"/>
                    <a:pt x="11418" y="508"/>
                    <a:pt x="11418" y="326"/>
                  </a:cubicBezTo>
                  <a:cubicBezTo>
                    <a:pt x="11418" y="144"/>
                    <a:pt x="11274" y="0"/>
                    <a:pt x="11092" y="0"/>
                  </a:cubicBezTo>
                  <a:close/>
                </a:path>
              </a:pathLst>
            </a:custGeom>
            <a:solidFill>
              <a:srgbClr val="BCC9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26"/>
            <p:cNvSpPr/>
            <p:nvPr/>
          </p:nvSpPr>
          <p:spPr>
            <a:xfrm>
              <a:off x="929332" y="4358150"/>
              <a:ext cx="34453" cy="253593"/>
            </a:xfrm>
            <a:custGeom>
              <a:rect b="b" l="l" r="r" t="t"/>
              <a:pathLst>
                <a:path extrusionOk="0" h="9657" w="1312">
                  <a:moveTo>
                    <a:pt x="1" y="0"/>
                  </a:moveTo>
                  <a:lnTo>
                    <a:pt x="1" y="9657"/>
                  </a:lnTo>
                  <a:lnTo>
                    <a:pt x="1312" y="9657"/>
                  </a:lnTo>
                  <a:lnTo>
                    <a:pt x="1312" y="0"/>
                  </a:lnTo>
                  <a:close/>
                </a:path>
              </a:pathLst>
            </a:custGeom>
            <a:solidFill>
              <a:srgbClr val="9BABB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26"/>
            <p:cNvSpPr/>
            <p:nvPr/>
          </p:nvSpPr>
          <p:spPr>
            <a:xfrm>
              <a:off x="929332" y="4358150"/>
              <a:ext cx="34453" cy="17122"/>
            </a:xfrm>
            <a:custGeom>
              <a:rect b="b" l="l" r="r" t="t"/>
              <a:pathLst>
                <a:path extrusionOk="0" h="652" w="1312">
                  <a:moveTo>
                    <a:pt x="1" y="0"/>
                  </a:moveTo>
                  <a:lnTo>
                    <a:pt x="1" y="651"/>
                  </a:lnTo>
                  <a:lnTo>
                    <a:pt x="1312" y="651"/>
                  </a:lnTo>
                  <a:lnTo>
                    <a:pt x="1312" y="0"/>
                  </a:lnTo>
                  <a:close/>
                </a:path>
              </a:pathLst>
            </a:custGeom>
            <a:solidFill>
              <a:srgbClr val="C0CA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26"/>
            <p:cNvSpPr/>
            <p:nvPr/>
          </p:nvSpPr>
          <p:spPr>
            <a:xfrm>
              <a:off x="929332" y="4525269"/>
              <a:ext cx="34453" cy="17384"/>
            </a:xfrm>
            <a:custGeom>
              <a:rect b="b" l="l" r="r" t="t"/>
              <a:pathLst>
                <a:path extrusionOk="0" h="662" w="1312">
                  <a:moveTo>
                    <a:pt x="1" y="1"/>
                  </a:moveTo>
                  <a:lnTo>
                    <a:pt x="1" y="661"/>
                  </a:lnTo>
                  <a:lnTo>
                    <a:pt x="1312" y="661"/>
                  </a:lnTo>
                  <a:lnTo>
                    <a:pt x="1312" y="1"/>
                  </a:lnTo>
                  <a:close/>
                </a:path>
              </a:pathLst>
            </a:custGeom>
            <a:solidFill>
              <a:srgbClr val="8297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26"/>
            <p:cNvSpPr/>
            <p:nvPr/>
          </p:nvSpPr>
          <p:spPr>
            <a:xfrm>
              <a:off x="929332" y="4485065"/>
              <a:ext cx="34453" cy="17122"/>
            </a:xfrm>
            <a:custGeom>
              <a:rect b="b" l="l" r="r" t="t"/>
              <a:pathLst>
                <a:path extrusionOk="0" h="652" w="1312">
                  <a:moveTo>
                    <a:pt x="1" y="0"/>
                  </a:moveTo>
                  <a:lnTo>
                    <a:pt x="1" y="651"/>
                  </a:lnTo>
                  <a:lnTo>
                    <a:pt x="1312" y="651"/>
                  </a:lnTo>
                  <a:lnTo>
                    <a:pt x="1312" y="0"/>
                  </a:lnTo>
                  <a:close/>
                </a:path>
              </a:pathLst>
            </a:custGeom>
            <a:solidFill>
              <a:srgbClr val="8297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26"/>
            <p:cNvSpPr/>
            <p:nvPr/>
          </p:nvSpPr>
          <p:spPr>
            <a:xfrm>
              <a:off x="917778" y="4479025"/>
              <a:ext cx="57588" cy="52047"/>
            </a:xfrm>
            <a:custGeom>
              <a:rect b="b" l="l" r="r" t="t"/>
              <a:pathLst>
                <a:path extrusionOk="0" h="1982" w="2193">
                  <a:moveTo>
                    <a:pt x="1752" y="441"/>
                  </a:moveTo>
                  <a:lnTo>
                    <a:pt x="1752" y="1542"/>
                  </a:lnTo>
                  <a:lnTo>
                    <a:pt x="441" y="1542"/>
                  </a:lnTo>
                  <a:lnTo>
                    <a:pt x="441" y="441"/>
                  </a:lnTo>
                  <a:close/>
                  <a:moveTo>
                    <a:pt x="441" y="1"/>
                  </a:moveTo>
                  <a:cubicBezTo>
                    <a:pt x="202" y="1"/>
                    <a:pt x="1" y="202"/>
                    <a:pt x="1" y="441"/>
                  </a:cubicBezTo>
                  <a:lnTo>
                    <a:pt x="1" y="1542"/>
                  </a:lnTo>
                  <a:cubicBezTo>
                    <a:pt x="1" y="1790"/>
                    <a:pt x="202" y="1982"/>
                    <a:pt x="441" y="1982"/>
                  </a:cubicBezTo>
                  <a:lnTo>
                    <a:pt x="1752" y="1982"/>
                  </a:lnTo>
                  <a:cubicBezTo>
                    <a:pt x="2001" y="1982"/>
                    <a:pt x="2192" y="1781"/>
                    <a:pt x="2192" y="1542"/>
                  </a:cubicBezTo>
                  <a:lnTo>
                    <a:pt x="2192" y="441"/>
                  </a:lnTo>
                  <a:cubicBezTo>
                    <a:pt x="2192" y="202"/>
                    <a:pt x="2001" y="1"/>
                    <a:pt x="1752" y="1"/>
                  </a:cubicBezTo>
                  <a:close/>
                </a:path>
              </a:pathLst>
            </a:custGeom>
            <a:solidFill>
              <a:srgbClr val="C0CA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26"/>
            <p:cNvSpPr/>
            <p:nvPr/>
          </p:nvSpPr>
          <p:spPr>
            <a:xfrm>
              <a:off x="940651" y="4479603"/>
              <a:ext cx="11581" cy="28361"/>
            </a:xfrm>
            <a:custGeom>
              <a:rect b="b" l="l" r="r" t="t"/>
              <a:pathLst>
                <a:path extrusionOk="0" h="1080" w="441">
                  <a:moveTo>
                    <a:pt x="225" y="0"/>
                  </a:moveTo>
                  <a:cubicBezTo>
                    <a:pt x="122" y="0"/>
                    <a:pt x="20" y="70"/>
                    <a:pt x="10" y="208"/>
                  </a:cubicBezTo>
                  <a:lnTo>
                    <a:pt x="10" y="859"/>
                  </a:lnTo>
                  <a:cubicBezTo>
                    <a:pt x="0" y="984"/>
                    <a:pt x="106" y="1079"/>
                    <a:pt x="230" y="1079"/>
                  </a:cubicBezTo>
                  <a:cubicBezTo>
                    <a:pt x="345" y="1079"/>
                    <a:pt x="441" y="984"/>
                    <a:pt x="441" y="859"/>
                  </a:cubicBezTo>
                  <a:lnTo>
                    <a:pt x="441" y="208"/>
                  </a:lnTo>
                  <a:cubicBezTo>
                    <a:pt x="431" y="70"/>
                    <a:pt x="328" y="0"/>
                    <a:pt x="225" y="0"/>
                  </a:cubicBezTo>
                  <a:close/>
                </a:path>
              </a:pathLst>
            </a:custGeom>
            <a:solidFill>
              <a:srgbClr val="B9C3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26"/>
            <p:cNvSpPr/>
            <p:nvPr/>
          </p:nvSpPr>
          <p:spPr>
            <a:xfrm>
              <a:off x="929332" y="4588844"/>
              <a:ext cx="34453" cy="22899"/>
            </a:xfrm>
            <a:custGeom>
              <a:rect b="b" l="l" r="r" t="t"/>
              <a:pathLst>
                <a:path extrusionOk="0" h="872" w="1312">
                  <a:moveTo>
                    <a:pt x="1" y="1"/>
                  </a:moveTo>
                  <a:lnTo>
                    <a:pt x="1" y="872"/>
                  </a:lnTo>
                  <a:lnTo>
                    <a:pt x="1312" y="872"/>
                  </a:lnTo>
                  <a:lnTo>
                    <a:pt x="1312" y="1"/>
                  </a:lnTo>
                  <a:close/>
                </a:path>
              </a:pathLst>
            </a:custGeom>
            <a:solidFill>
              <a:srgbClr val="8297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26"/>
            <p:cNvSpPr/>
            <p:nvPr/>
          </p:nvSpPr>
          <p:spPr>
            <a:xfrm>
              <a:off x="1136918" y="4358150"/>
              <a:ext cx="34716" cy="253593"/>
            </a:xfrm>
            <a:custGeom>
              <a:rect b="b" l="l" r="r" t="t"/>
              <a:pathLst>
                <a:path extrusionOk="0" h="9657" w="1322">
                  <a:moveTo>
                    <a:pt x="1" y="0"/>
                  </a:moveTo>
                  <a:lnTo>
                    <a:pt x="1" y="9657"/>
                  </a:lnTo>
                  <a:lnTo>
                    <a:pt x="1322" y="9657"/>
                  </a:lnTo>
                  <a:lnTo>
                    <a:pt x="1322" y="0"/>
                  </a:lnTo>
                  <a:close/>
                </a:path>
              </a:pathLst>
            </a:custGeom>
            <a:solidFill>
              <a:srgbClr val="9BABB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26"/>
            <p:cNvSpPr/>
            <p:nvPr/>
          </p:nvSpPr>
          <p:spPr>
            <a:xfrm>
              <a:off x="1136918" y="4358150"/>
              <a:ext cx="34716" cy="17122"/>
            </a:xfrm>
            <a:custGeom>
              <a:rect b="b" l="l" r="r" t="t"/>
              <a:pathLst>
                <a:path extrusionOk="0" h="652" w="1322">
                  <a:moveTo>
                    <a:pt x="1" y="0"/>
                  </a:moveTo>
                  <a:lnTo>
                    <a:pt x="1" y="651"/>
                  </a:lnTo>
                  <a:lnTo>
                    <a:pt x="1322" y="651"/>
                  </a:lnTo>
                  <a:lnTo>
                    <a:pt x="1322" y="0"/>
                  </a:lnTo>
                  <a:close/>
                </a:path>
              </a:pathLst>
            </a:custGeom>
            <a:solidFill>
              <a:srgbClr val="C0CA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26"/>
            <p:cNvSpPr/>
            <p:nvPr/>
          </p:nvSpPr>
          <p:spPr>
            <a:xfrm>
              <a:off x="1136918" y="4525269"/>
              <a:ext cx="34716" cy="17384"/>
            </a:xfrm>
            <a:custGeom>
              <a:rect b="b" l="l" r="r" t="t"/>
              <a:pathLst>
                <a:path extrusionOk="0" h="662" w="1322">
                  <a:moveTo>
                    <a:pt x="1" y="1"/>
                  </a:moveTo>
                  <a:lnTo>
                    <a:pt x="1" y="661"/>
                  </a:lnTo>
                  <a:lnTo>
                    <a:pt x="1322" y="661"/>
                  </a:lnTo>
                  <a:lnTo>
                    <a:pt x="1322" y="1"/>
                  </a:lnTo>
                  <a:close/>
                </a:path>
              </a:pathLst>
            </a:custGeom>
            <a:solidFill>
              <a:srgbClr val="8297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26"/>
            <p:cNvSpPr/>
            <p:nvPr/>
          </p:nvSpPr>
          <p:spPr>
            <a:xfrm>
              <a:off x="1136918" y="4485065"/>
              <a:ext cx="34716" cy="17122"/>
            </a:xfrm>
            <a:custGeom>
              <a:rect b="b" l="l" r="r" t="t"/>
              <a:pathLst>
                <a:path extrusionOk="0" h="652" w="1322">
                  <a:moveTo>
                    <a:pt x="1" y="0"/>
                  </a:moveTo>
                  <a:lnTo>
                    <a:pt x="1" y="651"/>
                  </a:lnTo>
                  <a:lnTo>
                    <a:pt x="1322" y="651"/>
                  </a:lnTo>
                  <a:lnTo>
                    <a:pt x="1322" y="0"/>
                  </a:lnTo>
                  <a:close/>
                </a:path>
              </a:pathLst>
            </a:custGeom>
            <a:solidFill>
              <a:srgbClr val="8297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26"/>
            <p:cNvSpPr/>
            <p:nvPr/>
          </p:nvSpPr>
          <p:spPr>
            <a:xfrm>
              <a:off x="1125363" y="4479025"/>
              <a:ext cx="57825" cy="52047"/>
            </a:xfrm>
            <a:custGeom>
              <a:rect b="b" l="l" r="r" t="t"/>
              <a:pathLst>
                <a:path extrusionOk="0" h="1982" w="2202">
                  <a:moveTo>
                    <a:pt x="1752" y="441"/>
                  </a:moveTo>
                  <a:lnTo>
                    <a:pt x="1752" y="1542"/>
                  </a:lnTo>
                  <a:lnTo>
                    <a:pt x="441" y="1542"/>
                  </a:lnTo>
                  <a:lnTo>
                    <a:pt x="441" y="441"/>
                  </a:lnTo>
                  <a:close/>
                  <a:moveTo>
                    <a:pt x="441" y="1"/>
                  </a:moveTo>
                  <a:cubicBezTo>
                    <a:pt x="202" y="1"/>
                    <a:pt x="1" y="202"/>
                    <a:pt x="1" y="441"/>
                  </a:cubicBezTo>
                  <a:lnTo>
                    <a:pt x="1" y="1542"/>
                  </a:lnTo>
                  <a:cubicBezTo>
                    <a:pt x="1" y="1790"/>
                    <a:pt x="202" y="1982"/>
                    <a:pt x="441" y="1982"/>
                  </a:cubicBezTo>
                  <a:lnTo>
                    <a:pt x="1762" y="1982"/>
                  </a:lnTo>
                  <a:cubicBezTo>
                    <a:pt x="2001" y="1982"/>
                    <a:pt x="2202" y="1781"/>
                    <a:pt x="2192" y="1542"/>
                  </a:cubicBezTo>
                  <a:lnTo>
                    <a:pt x="2192" y="441"/>
                  </a:lnTo>
                  <a:cubicBezTo>
                    <a:pt x="2192" y="202"/>
                    <a:pt x="2001" y="1"/>
                    <a:pt x="1762" y="1"/>
                  </a:cubicBezTo>
                  <a:close/>
                </a:path>
              </a:pathLst>
            </a:custGeom>
            <a:solidFill>
              <a:srgbClr val="C0CA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26"/>
            <p:cNvSpPr/>
            <p:nvPr/>
          </p:nvSpPr>
          <p:spPr>
            <a:xfrm>
              <a:off x="1148105" y="4478841"/>
              <a:ext cx="12211" cy="29122"/>
            </a:xfrm>
            <a:custGeom>
              <a:rect b="b" l="l" r="r" t="t"/>
              <a:pathLst>
                <a:path extrusionOk="0" h="1109" w="465">
                  <a:moveTo>
                    <a:pt x="232" y="1"/>
                  </a:moveTo>
                  <a:cubicBezTo>
                    <a:pt x="116" y="1"/>
                    <a:pt x="1" y="80"/>
                    <a:pt x="15" y="237"/>
                  </a:cubicBezTo>
                  <a:lnTo>
                    <a:pt x="15" y="888"/>
                  </a:lnTo>
                  <a:cubicBezTo>
                    <a:pt x="15" y="1013"/>
                    <a:pt x="111" y="1108"/>
                    <a:pt x="235" y="1108"/>
                  </a:cubicBezTo>
                  <a:cubicBezTo>
                    <a:pt x="350" y="1108"/>
                    <a:pt x="455" y="1013"/>
                    <a:pt x="455" y="888"/>
                  </a:cubicBezTo>
                  <a:lnTo>
                    <a:pt x="455" y="237"/>
                  </a:lnTo>
                  <a:cubicBezTo>
                    <a:pt x="465" y="80"/>
                    <a:pt x="348" y="1"/>
                    <a:pt x="232" y="1"/>
                  </a:cubicBezTo>
                  <a:close/>
                </a:path>
              </a:pathLst>
            </a:custGeom>
            <a:solidFill>
              <a:srgbClr val="B9C3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26"/>
            <p:cNvSpPr/>
            <p:nvPr/>
          </p:nvSpPr>
          <p:spPr>
            <a:xfrm>
              <a:off x="1136918" y="4588844"/>
              <a:ext cx="34716" cy="22899"/>
            </a:xfrm>
            <a:custGeom>
              <a:rect b="b" l="l" r="r" t="t"/>
              <a:pathLst>
                <a:path extrusionOk="0" h="872" w="1322">
                  <a:moveTo>
                    <a:pt x="1" y="1"/>
                  </a:moveTo>
                  <a:lnTo>
                    <a:pt x="1" y="872"/>
                  </a:lnTo>
                  <a:lnTo>
                    <a:pt x="1322" y="872"/>
                  </a:lnTo>
                  <a:lnTo>
                    <a:pt x="1322" y="1"/>
                  </a:lnTo>
                  <a:close/>
                </a:path>
              </a:pathLst>
            </a:custGeom>
            <a:solidFill>
              <a:srgbClr val="8297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26"/>
            <p:cNvSpPr/>
            <p:nvPr/>
          </p:nvSpPr>
          <p:spPr>
            <a:xfrm>
              <a:off x="1021584" y="4461956"/>
              <a:ext cx="57562" cy="23135"/>
            </a:xfrm>
            <a:custGeom>
              <a:rect b="b" l="l" r="r" t="t"/>
              <a:pathLst>
                <a:path extrusionOk="0" h="881" w="2192">
                  <a:moveTo>
                    <a:pt x="220" y="0"/>
                  </a:moveTo>
                  <a:cubicBezTo>
                    <a:pt x="96" y="0"/>
                    <a:pt x="0" y="96"/>
                    <a:pt x="0" y="220"/>
                  </a:cubicBezTo>
                  <a:lnTo>
                    <a:pt x="0" y="660"/>
                  </a:lnTo>
                  <a:cubicBezTo>
                    <a:pt x="0" y="775"/>
                    <a:pt x="96" y="880"/>
                    <a:pt x="220" y="880"/>
                  </a:cubicBezTo>
                  <a:lnTo>
                    <a:pt x="1972" y="880"/>
                  </a:lnTo>
                  <a:cubicBezTo>
                    <a:pt x="2096" y="880"/>
                    <a:pt x="2192" y="775"/>
                    <a:pt x="2192" y="660"/>
                  </a:cubicBezTo>
                  <a:lnTo>
                    <a:pt x="2192" y="220"/>
                  </a:lnTo>
                  <a:cubicBezTo>
                    <a:pt x="2192" y="96"/>
                    <a:pt x="2096" y="0"/>
                    <a:pt x="1972" y="0"/>
                  </a:cubicBezTo>
                  <a:close/>
                </a:path>
              </a:pathLst>
            </a:custGeom>
            <a:solidFill>
              <a:srgbClr val="C0CA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26"/>
            <p:cNvSpPr/>
            <p:nvPr/>
          </p:nvSpPr>
          <p:spPr>
            <a:xfrm>
              <a:off x="1021584" y="4473510"/>
              <a:ext cx="57562" cy="11581"/>
            </a:xfrm>
            <a:custGeom>
              <a:rect b="b" l="l" r="r" t="t"/>
              <a:pathLst>
                <a:path extrusionOk="0" h="441" w="2192">
                  <a:moveTo>
                    <a:pt x="220" y="0"/>
                  </a:moveTo>
                  <a:cubicBezTo>
                    <a:pt x="96" y="0"/>
                    <a:pt x="0" y="96"/>
                    <a:pt x="0" y="220"/>
                  </a:cubicBezTo>
                  <a:cubicBezTo>
                    <a:pt x="0" y="335"/>
                    <a:pt x="96" y="440"/>
                    <a:pt x="220" y="440"/>
                  </a:cubicBezTo>
                  <a:lnTo>
                    <a:pt x="1972" y="440"/>
                  </a:lnTo>
                  <a:cubicBezTo>
                    <a:pt x="2096" y="440"/>
                    <a:pt x="2192" y="335"/>
                    <a:pt x="2192" y="220"/>
                  </a:cubicBezTo>
                  <a:cubicBezTo>
                    <a:pt x="2192" y="96"/>
                    <a:pt x="2096" y="0"/>
                    <a:pt x="1972" y="0"/>
                  </a:cubicBezTo>
                  <a:close/>
                </a:path>
              </a:pathLst>
            </a:custGeom>
            <a:solidFill>
              <a:srgbClr val="9BABB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07" name="Google Shape;407;p26"/>
          <p:cNvGrpSpPr/>
          <p:nvPr/>
        </p:nvGrpSpPr>
        <p:grpSpPr>
          <a:xfrm>
            <a:off x="2885215" y="3297367"/>
            <a:ext cx="265373" cy="351944"/>
            <a:chOff x="1802465" y="1962854"/>
            <a:chExt cx="265373" cy="351944"/>
          </a:xfrm>
        </p:grpSpPr>
        <p:sp>
          <p:nvSpPr>
            <p:cNvPr id="408" name="Google Shape;408;p26"/>
            <p:cNvSpPr/>
            <p:nvPr/>
          </p:nvSpPr>
          <p:spPr>
            <a:xfrm>
              <a:off x="1802465" y="2243020"/>
              <a:ext cx="265373" cy="71778"/>
            </a:xfrm>
            <a:custGeom>
              <a:rect b="b" l="l" r="r" t="t"/>
              <a:pathLst>
                <a:path extrusionOk="0" h="4794" w="17724">
                  <a:moveTo>
                    <a:pt x="2397" y="0"/>
                  </a:moveTo>
                  <a:cubicBezTo>
                    <a:pt x="1072" y="0"/>
                    <a:pt x="0" y="1073"/>
                    <a:pt x="0" y="2397"/>
                  </a:cubicBezTo>
                  <a:cubicBezTo>
                    <a:pt x="0" y="3722"/>
                    <a:pt x="1072" y="4794"/>
                    <a:pt x="2397" y="4794"/>
                  </a:cubicBezTo>
                  <a:lnTo>
                    <a:pt x="17724" y="4794"/>
                  </a:lnTo>
                  <a:lnTo>
                    <a:pt x="17724" y="0"/>
                  </a:lnTo>
                  <a:close/>
                </a:path>
              </a:pathLst>
            </a:custGeom>
            <a:solidFill>
              <a:srgbClr val="F5F7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26"/>
            <p:cNvSpPr/>
            <p:nvPr/>
          </p:nvSpPr>
          <p:spPr>
            <a:xfrm>
              <a:off x="1802465" y="2208074"/>
              <a:ext cx="265373" cy="83442"/>
            </a:xfrm>
            <a:custGeom>
              <a:rect b="b" l="l" r="r" t="t"/>
              <a:pathLst>
                <a:path extrusionOk="0" h="5573" w="17724">
                  <a:moveTo>
                    <a:pt x="2397" y="1"/>
                  </a:moveTo>
                  <a:cubicBezTo>
                    <a:pt x="1724" y="1"/>
                    <a:pt x="1135" y="568"/>
                    <a:pt x="694" y="1010"/>
                  </a:cubicBezTo>
                  <a:cubicBezTo>
                    <a:pt x="252" y="1451"/>
                    <a:pt x="0" y="4079"/>
                    <a:pt x="0" y="4731"/>
                  </a:cubicBezTo>
                  <a:cubicBezTo>
                    <a:pt x="0" y="5026"/>
                    <a:pt x="42" y="5299"/>
                    <a:pt x="147" y="5572"/>
                  </a:cubicBezTo>
                  <a:cubicBezTo>
                    <a:pt x="484" y="4647"/>
                    <a:pt x="1388" y="4016"/>
                    <a:pt x="2397" y="4016"/>
                  </a:cubicBezTo>
                  <a:lnTo>
                    <a:pt x="17724" y="4016"/>
                  </a:lnTo>
                  <a:lnTo>
                    <a:pt x="17724" y="947"/>
                  </a:lnTo>
                  <a:lnTo>
                    <a:pt x="2397" y="1"/>
                  </a:lnTo>
                  <a:close/>
                </a:path>
              </a:pathLst>
            </a:custGeom>
            <a:solidFill>
              <a:srgbClr val="EBEF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26"/>
            <p:cNvSpPr/>
            <p:nvPr/>
          </p:nvSpPr>
          <p:spPr>
            <a:xfrm>
              <a:off x="1802465" y="1962854"/>
              <a:ext cx="35889" cy="316069"/>
            </a:xfrm>
            <a:custGeom>
              <a:rect b="b" l="l" r="r" t="t"/>
              <a:pathLst>
                <a:path extrusionOk="0" h="21110" w="2397">
                  <a:moveTo>
                    <a:pt x="2397" y="1"/>
                  </a:moveTo>
                  <a:cubicBezTo>
                    <a:pt x="1072" y="1"/>
                    <a:pt x="0" y="1073"/>
                    <a:pt x="0" y="2397"/>
                  </a:cubicBezTo>
                  <a:lnTo>
                    <a:pt x="0" y="21109"/>
                  </a:lnTo>
                  <a:cubicBezTo>
                    <a:pt x="0" y="19785"/>
                    <a:pt x="1072" y="18712"/>
                    <a:pt x="2397" y="18712"/>
                  </a:cubicBezTo>
                  <a:lnTo>
                    <a:pt x="2397" y="1"/>
                  </a:lnTo>
                  <a:close/>
                </a:path>
              </a:pathLst>
            </a:custGeom>
            <a:solidFill>
              <a:srgbClr val="4B63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26"/>
            <p:cNvSpPr/>
            <p:nvPr/>
          </p:nvSpPr>
          <p:spPr>
            <a:xfrm>
              <a:off x="1837082" y="2286141"/>
              <a:ext cx="230756" cy="8834"/>
            </a:xfrm>
            <a:custGeom>
              <a:rect b="b" l="l" r="r" t="t"/>
              <a:pathLst>
                <a:path extrusionOk="0" h="590" w="15412">
                  <a:moveTo>
                    <a:pt x="1" y="1"/>
                  </a:moveTo>
                  <a:lnTo>
                    <a:pt x="1" y="589"/>
                  </a:lnTo>
                  <a:lnTo>
                    <a:pt x="15412" y="589"/>
                  </a:lnTo>
                  <a:lnTo>
                    <a:pt x="15412" y="1"/>
                  </a:lnTo>
                  <a:close/>
                </a:path>
              </a:pathLst>
            </a:custGeom>
            <a:solidFill>
              <a:srgbClr val="E2E8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26"/>
            <p:cNvSpPr/>
            <p:nvPr/>
          </p:nvSpPr>
          <p:spPr>
            <a:xfrm>
              <a:off x="1900041" y="2262843"/>
              <a:ext cx="167797" cy="9148"/>
            </a:xfrm>
            <a:custGeom>
              <a:rect b="b" l="l" r="r" t="t"/>
              <a:pathLst>
                <a:path extrusionOk="0" h="611" w="11207">
                  <a:moveTo>
                    <a:pt x="1" y="1"/>
                  </a:moveTo>
                  <a:lnTo>
                    <a:pt x="1" y="611"/>
                  </a:lnTo>
                  <a:lnTo>
                    <a:pt x="11207" y="611"/>
                  </a:lnTo>
                  <a:lnTo>
                    <a:pt x="11207" y="1"/>
                  </a:lnTo>
                  <a:close/>
                </a:path>
              </a:pathLst>
            </a:custGeom>
            <a:solidFill>
              <a:srgbClr val="E2E8E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26"/>
            <p:cNvSpPr/>
            <p:nvPr/>
          </p:nvSpPr>
          <p:spPr>
            <a:xfrm>
              <a:off x="1838339" y="1962854"/>
              <a:ext cx="229498" cy="280180"/>
            </a:xfrm>
            <a:custGeom>
              <a:rect b="b" l="l" r="r" t="t"/>
              <a:pathLst>
                <a:path extrusionOk="0" h="18713" w="15328">
                  <a:moveTo>
                    <a:pt x="1" y="1"/>
                  </a:moveTo>
                  <a:lnTo>
                    <a:pt x="1" y="18712"/>
                  </a:lnTo>
                  <a:lnTo>
                    <a:pt x="15328" y="18712"/>
                  </a:lnTo>
                  <a:lnTo>
                    <a:pt x="15328" y="1"/>
                  </a:lnTo>
                  <a:close/>
                </a:path>
              </a:pathLst>
            </a:custGeom>
            <a:solidFill>
              <a:srgbClr val="5D74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26"/>
            <p:cNvSpPr/>
            <p:nvPr/>
          </p:nvSpPr>
          <p:spPr>
            <a:xfrm>
              <a:off x="1854091" y="1978905"/>
              <a:ext cx="197697" cy="248394"/>
            </a:xfrm>
            <a:custGeom>
              <a:rect b="b" l="l" r="r" t="t"/>
              <a:pathLst>
                <a:path extrusionOk="0" h="16590" w="13204">
                  <a:moveTo>
                    <a:pt x="0" y="1"/>
                  </a:moveTo>
                  <a:lnTo>
                    <a:pt x="0" y="16589"/>
                  </a:lnTo>
                  <a:lnTo>
                    <a:pt x="13203" y="16589"/>
                  </a:lnTo>
                  <a:lnTo>
                    <a:pt x="13203" y="1"/>
                  </a:lnTo>
                  <a:close/>
                </a:path>
              </a:pathLst>
            </a:custGeom>
            <a:solidFill>
              <a:srgbClr val="4B63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525" y="1260150"/>
            <a:ext cx="8966951" cy="2517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27"/>
          <p:cNvSpPr txBox="1"/>
          <p:nvPr>
            <p:ph type="title"/>
          </p:nvPr>
        </p:nvSpPr>
        <p:spPr>
          <a:xfrm flipH="1">
            <a:off x="4932878" y="160275"/>
            <a:ext cx="3966600" cy="89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E06666"/>
                </a:solidFill>
              </a:rPr>
              <a:t>Base de dados</a:t>
            </a:r>
            <a:endParaRPr>
              <a:solidFill>
                <a:srgbClr val="E06666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28"/>
          <p:cNvSpPr txBox="1"/>
          <p:nvPr>
            <p:ph idx="1" type="subTitle"/>
          </p:nvPr>
        </p:nvSpPr>
        <p:spPr>
          <a:xfrm>
            <a:off x="4736030" y="1531703"/>
            <a:ext cx="34938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Este tipo de utilizador tem controlo total da base de dados, pode apagar alterar e inserir novos registos em todas as tabelas, </a:t>
            </a:r>
            <a:r>
              <a:rPr lang="en"/>
              <a:t>porém</a:t>
            </a:r>
            <a:r>
              <a:rPr lang="en"/>
              <a:t> não pode apagar os tipos de utilizador Administrador nem produtor</a:t>
            </a:r>
            <a:endParaRPr/>
          </a:p>
        </p:txBody>
      </p:sp>
      <p:sp>
        <p:nvSpPr>
          <p:cNvPr id="426" name="Google Shape;426;p28"/>
          <p:cNvSpPr txBox="1"/>
          <p:nvPr>
            <p:ph idx="5" type="subTitle"/>
          </p:nvPr>
        </p:nvSpPr>
        <p:spPr>
          <a:xfrm>
            <a:off x="4736030" y="2793999"/>
            <a:ext cx="34938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Este tipo de utilizador tem controlo sobre as tabelas jogos e plataformas onde pode adicionar, alterar e apagar todos os jogos da sua produtora e adicionar, alterar e apagar as plataformas</a:t>
            </a:r>
            <a:endParaRPr/>
          </a:p>
        </p:txBody>
      </p:sp>
      <p:sp>
        <p:nvSpPr>
          <p:cNvPr id="427" name="Google Shape;427;p28"/>
          <p:cNvSpPr txBox="1"/>
          <p:nvPr>
            <p:ph type="ctrTitle"/>
          </p:nvPr>
        </p:nvSpPr>
        <p:spPr>
          <a:xfrm>
            <a:off x="948600" y="366800"/>
            <a:ext cx="5564100" cy="50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E06666"/>
                </a:solidFill>
              </a:rPr>
              <a:t>Tipos de Utilizador?</a:t>
            </a:r>
            <a:endParaRPr>
              <a:solidFill>
                <a:srgbClr val="E06666"/>
              </a:solidFill>
            </a:endParaRPr>
          </a:p>
        </p:txBody>
      </p:sp>
      <p:sp>
        <p:nvSpPr>
          <p:cNvPr id="428" name="Google Shape;428;p28"/>
          <p:cNvSpPr txBox="1"/>
          <p:nvPr>
            <p:ph idx="2" type="subTitle"/>
          </p:nvPr>
        </p:nvSpPr>
        <p:spPr>
          <a:xfrm>
            <a:off x="4736037" y="1215950"/>
            <a:ext cx="3493800" cy="37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Administrador</a:t>
            </a:r>
            <a:endParaRPr/>
          </a:p>
        </p:txBody>
      </p:sp>
      <p:sp>
        <p:nvSpPr>
          <p:cNvPr id="429" name="Google Shape;429;p28"/>
          <p:cNvSpPr txBox="1"/>
          <p:nvPr>
            <p:ph idx="6" type="subTitle"/>
          </p:nvPr>
        </p:nvSpPr>
        <p:spPr>
          <a:xfrm>
            <a:off x="4736037" y="2478247"/>
            <a:ext cx="3493800" cy="37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Produtor</a:t>
            </a:r>
            <a:endParaRPr/>
          </a:p>
        </p:txBody>
      </p:sp>
      <p:sp>
        <p:nvSpPr>
          <p:cNvPr id="430" name="Google Shape;430;p28"/>
          <p:cNvSpPr txBox="1"/>
          <p:nvPr>
            <p:ph idx="3" type="subTitle"/>
          </p:nvPr>
        </p:nvSpPr>
        <p:spPr>
          <a:xfrm>
            <a:off x="4736030" y="4056302"/>
            <a:ext cx="34938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Este tipo de utilizador pode listar todos os jogos e adicionar a sua lista de desejos e ainda sugerir novos jogos ao sistema</a:t>
            </a:r>
            <a:endParaRPr/>
          </a:p>
        </p:txBody>
      </p:sp>
      <p:sp>
        <p:nvSpPr>
          <p:cNvPr id="431" name="Google Shape;431;p28"/>
          <p:cNvSpPr txBox="1"/>
          <p:nvPr>
            <p:ph idx="4" type="subTitle"/>
          </p:nvPr>
        </p:nvSpPr>
        <p:spPr>
          <a:xfrm>
            <a:off x="4736037" y="3740549"/>
            <a:ext cx="3493800" cy="37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Utilizador Normal</a:t>
            </a:r>
            <a:endParaRPr/>
          </a:p>
        </p:txBody>
      </p:sp>
      <p:pic>
        <p:nvPicPr>
          <p:cNvPr id="432" name="Google Shape;43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23200"/>
            <a:ext cx="3967900" cy="396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rgbClr val="0E2A47"/>
        </a:solidFill>
      </p:bgPr>
    </p:bg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7" name="Google Shape;437;p29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51063" y="2123075"/>
            <a:ext cx="2241874" cy="897350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29"/>
          <p:cNvSpPr txBox="1"/>
          <p:nvPr/>
        </p:nvSpPr>
        <p:spPr>
          <a:xfrm>
            <a:off x="287400" y="475700"/>
            <a:ext cx="8760900" cy="9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800">
                <a:solidFill>
                  <a:srgbClr val="E06666"/>
                </a:solidFill>
                <a:latin typeface="Staatliches"/>
                <a:ea typeface="Staatliches"/>
                <a:cs typeface="Staatliches"/>
                <a:sym typeface="Staatliches"/>
              </a:rPr>
              <a:t>Site que usei para fazer este powerpoint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Isometric Proposal by Slidesgo">
  <a:themeElements>
    <a:clrScheme name="Simple Light">
      <a:dk1>
        <a:srgbClr val="263238"/>
      </a:dk1>
      <a:lt1>
        <a:srgbClr val="37474F"/>
      </a:lt1>
      <a:dk2>
        <a:srgbClr val="455A64"/>
      </a:dk2>
      <a:lt2>
        <a:srgbClr val="999999"/>
      </a:lt2>
      <a:accent1>
        <a:srgbClr val="E0E0E0"/>
      </a:accent1>
      <a:accent2>
        <a:srgbClr val="EBEBEB"/>
      </a:accent2>
      <a:accent3>
        <a:srgbClr val="FAFAFA"/>
      </a:accent3>
      <a:accent4>
        <a:srgbClr val="1FB299"/>
      </a:accent4>
      <a:accent5>
        <a:srgbClr val="23C7AC"/>
      </a:accent5>
      <a:accent6>
        <a:srgbClr val="7DEBD9"/>
      </a:accent6>
      <a:hlink>
        <a:srgbClr val="7DEBD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